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313" autoAdjust="0"/>
  </p:normalViewPr>
  <p:slideViewPr>
    <p:cSldViewPr snapToGrid="0">
      <p:cViewPr varScale="1">
        <p:scale>
          <a:sx n="126" d="100"/>
          <a:sy n="126" d="100"/>
        </p:scale>
        <p:origin x="16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3.xml.rels><?xml version="1.0" encoding="UTF-8" standalone="yes"?>
<Relationships xmlns="http://schemas.openxmlformats.org/package/2006/relationships"><Relationship Id="rId1" Type="http://schemas.openxmlformats.org/officeDocument/2006/relationships/hyperlink" Target="https://developer.edamam.com/edamam-recipe-api"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developer.edamam.com/edamam-recipe-api"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D33D8A-6FC9-46C4-803A-22C5D411FB56}" type="doc">
      <dgm:prSet loTypeId="urn:microsoft.com/office/officeart/2016/7/layout/BasicProcessNew" loCatId="process" qsTypeId="urn:microsoft.com/office/officeart/2005/8/quickstyle/simple1" qsCatId="simple" csTypeId="urn:microsoft.com/office/officeart/2005/8/colors/colorful1" csCatId="colorful"/>
      <dgm:spPr/>
      <dgm:t>
        <a:bodyPr/>
        <a:lstStyle/>
        <a:p>
          <a:endParaRPr lang="en-US"/>
        </a:p>
      </dgm:t>
    </dgm:pt>
    <dgm:pt modelId="{05C598E3-7A5A-4B22-AD14-668D667FA280}">
      <dgm:prSet/>
      <dgm:spPr/>
      <dgm:t>
        <a:bodyPr/>
        <a:lstStyle/>
        <a:p>
          <a:r>
            <a:rPr lang="en-US" sz="2100" b="1" i="0">
              <a:latin typeface="ADLaM Display" panose="02010000000000000000" pitchFamily="2" charset="0"/>
              <a:ea typeface="ADLaM Display" panose="02010000000000000000" pitchFamily="2" charset="0"/>
              <a:cs typeface="ADLaM Display" panose="02010000000000000000" pitchFamily="2" charset="0"/>
            </a:rPr>
            <a:t>Target Users:</a:t>
          </a:r>
          <a:endParaRPr lang="en-US" sz="2100">
            <a:latin typeface="ADLaM Display" panose="02010000000000000000" pitchFamily="2" charset="0"/>
            <a:ea typeface="ADLaM Display" panose="02010000000000000000" pitchFamily="2" charset="0"/>
            <a:cs typeface="ADLaM Display" panose="02010000000000000000" pitchFamily="2" charset="0"/>
          </a:endParaRPr>
        </a:p>
      </dgm:t>
    </dgm:pt>
    <dgm:pt modelId="{92B31BFC-4A6A-41B4-AA11-616355FB414B}" type="parTrans" cxnId="{2AEB79C7-A00E-43E9-A94F-CDB3DAB45E0A}">
      <dgm:prSet/>
      <dgm:spPr/>
      <dgm:t>
        <a:bodyPr/>
        <a:lstStyle/>
        <a:p>
          <a:endParaRPr lang="en-US"/>
        </a:p>
      </dgm:t>
    </dgm:pt>
    <dgm:pt modelId="{A8AF4965-DDA1-45FD-8050-B32A2EF7F5D7}" type="sibTrans" cxnId="{2AEB79C7-A00E-43E9-A94F-CDB3DAB45E0A}">
      <dgm:prSet/>
      <dgm:spPr/>
      <dgm:t>
        <a:bodyPr/>
        <a:lstStyle/>
        <a:p>
          <a:endParaRPr lang="en-US"/>
        </a:p>
      </dgm:t>
    </dgm:pt>
    <dgm:pt modelId="{F2BBAF29-4BE8-474D-BDB5-91F4F930516F}">
      <dgm:prSet custT="1"/>
      <dgm:spPr/>
      <dgm:t>
        <a:bodyPr/>
        <a:lstStyle/>
        <a:p>
          <a:pPr>
            <a:lnSpc>
              <a:spcPct val="100000"/>
            </a:lnSpc>
          </a:pPr>
          <a:r>
            <a:rPr lang="en-US" sz="2000" b="0" i="0" dirty="0">
              <a:latin typeface="ADLaM Display" panose="02010000000000000000" pitchFamily="2" charset="0"/>
              <a:ea typeface="ADLaM Display" panose="02010000000000000000" pitchFamily="2" charset="0"/>
              <a:cs typeface="ADLaM Display" panose="02010000000000000000" pitchFamily="2" charset="0"/>
            </a:rPr>
            <a:t>Cook beginner and enthusiasts who wants to learn cooking or new </a:t>
          </a:r>
          <a:r>
            <a:rPr lang="en-US" sz="2000" b="0" i="0" dirty="0" err="1">
              <a:latin typeface="ADLaM Display" panose="02010000000000000000" pitchFamily="2" charset="0"/>
              <a:ea typeface="ADLaM Display" panose="02010000000000000000" pitchFamily="2" charset="0"/>
              <a:cs typeface="ADLaM Display" panose="02010000000000000000" pitchFamily="2" charset="0"/>
            </a:rPr>
            <a:t>dishs</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dgm:t>
    </dgm:pt>
    <dgm:pt modelId="{C07ACE9A-6B93-415B-B5BB-EBB1098B5FF2}" type="parTrans" cxnId="{6BF0BD4B-0BAE-4A77-9FD4-4BC02752DBF1}">
      <dgm:prSet/>
      <dgm:spPr/>
      <dgm:t>
        <a:bodyPr/>
        <a:lstStyle/>
        <a:p>
          <a:endParaRPr lang="en-US"/>
        </a:p>
      </dgm:t>
    </dgm:pt>
    <dgm:pt modelId="{E45584E8-1FE5-44E8-873C-AA886000EFD0}" type="sibTrans" cxnId="{6BF0BD4B-0BAE-4A77-9FD4-4BC02752DBF1}">
      <dgm:prSet/>
      <dgm:spPr/>
      <dgm:t>
        <a:bodyPr/>
        <a:lstStyle/>
        <a:p>
          <a:endParaRPr lang="en-US"/>
        </a:p>
      </dgm:t>
    </dgm:pt>
    <dgm:pt modelId="{360492AE-6B98-41CB-B087-F4F57F2A7F88}">
      <dgm:prSet custT="1"/>
      <dgm:spPr/>
      <dgm:t>
        <a:bodyPr/>
        <a:lstStyle/>
        <a:p>
          <a:pPr>
            <a:lnSpc>
              <a:spcPct val="100000"/>
            </a:lnSpc>
          </a:pPr>
          <a:r>
            <a:rPr lang="en-US" sz="2000" b="0" i="0" dirty="0">
              <a:latin typeface="ADLaM Display" panose="02010000000000000000" pitchFamily="2" charset="0"/>
              <a:ea typeface="ADLaM Display" panose="02010000000000000000" pitchFamily="2" charset="0"/>
              <a:cs typeface="ADLaM Display" panose="02010000000000000000" pitchFamily="2" charset="0"/>
            </a:rPr>
            <a:t>Environmentalists who want to reduce food waste</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dgm:t>
    </dgm:pt>
    <dgm:pt modelId="{0820FB53-139E-44EF-BA22-21F9FAB1A48B}" type="parTrans" cxnId="{96FDA54D-378B-4A08-8040-69769CCB6699}">
      <dgm:prSet/>
      <dgm:spPr/>
      <dgm:t>
        <a:bodyPr/>
        <a:lstStyle/>
        <a:p>
          <a:endParaRPr lang="en-US"/>
        </a:p>
      </dgm:t>
    </dgm:pt>
    <dgm:pt modelId="{B83A2F20-DAAB-410B-B243-5610BEC57299}" type="sibTrans" cxnId="{96FDA54D-378B-4A08-8040-69769CCB6699}">
      <dgm:prSet/>
      <dgm:spPr/>
      <dgm:t>
        <a:bodyPr/>
        <a:lstStyle/>
        <a:p>
          <a:endParaRPr lang="en-US"/>
        </a:p>
      </dgm:t>
    </dgm:pt>
    <dgm:pt modelId="{236BFF6D-2CAE-433E-B8D1-8BC8FDC41FE4}">
      <dgm:prSet/>
      <dgm:spPr/>
      <dgm:t>
        <a:bodyPr/>
        <a:lstStyle/>
        <a:p>
          <a:r>
            <a:rPr lang="en-US" b="1" i="0">
              <a:latin typeface="ADLaM Display" panose="02010000000000000000" pitchFamily="2" charset="0"/>
              <a:ea typeface="ADLaM Display" panose="02010000000000000000" pitchFamily="2" charset="0"/>
              <a:cs typeface="ADLaM Display" panose="02010000000000000000" pitchFamily="2" charset="0"/>
            </a:rPr>
            <a:t>Project Goal:</a:t>
          </a:r>
          <a:endParaRPr lang="en-US">
            <a:latin typeface="ADLaM Display" panose="02010000000000000000" pitchFamily="2" charset="0"/>
            <a:ea typeface="ADLaM Display" panose="02010000000000000000" pitchFamily="2" charset="0"/>
            <a:cs typeface="ADLaM Display" panose="02010000000000000000" pitchFamily="2" charset="0"/>
          </a:endParaRPr>
        </a:p>
      </dgm:t>
    </dgm:pt>
    <dgm:pt modelId="{5970715A-B1CA-4D47-9F4D-06128FDA9369}" type="parTrans" cxnId="{66B0A68E-72D2-4CD7-8621-5F695E4C6997}">
      <dgm:prSet/>
      <dgm:spPr/>
      <dgm:t>
        <a:bodyPr/>
        <a:lstStyle/>
        <a:p>
          <a:endParaRPr lang="en-US"/>
        </a:p>
      </dgm:t>
    </dgm:pt>
    <dgm:pt modelId="{736BF116-74E0-434E-AE0F-E46485D6B3A4}" type="sibTrans" cxnId="{66B0A68E-72D2-4CD7-8621-5F695E4C6997}">
      <dgm:prSet/>
      <dgm:spPr/>
      <dgm:t>
        <a:bodyPr/>
        <a:lstStyle/>
        <a:p>
          <a:endParaRPr lang="en-US"/>
        </a:p>
      </dgm:t>
    </dgm:pt>
    <dgm:pt modelId="{59A1BEA6-3F08-4CE9-ADA6-3B9BF35892C7}">
      <dgm:prSet/>
      <dgm:spPr/>
      <dgm:t>
        <a:bodyPr/>
        <a:lstStyle/>
        <a:p>
          <a:pPr>
            <a:lnSpc>
              <a:spcPct val="100000"/>
            </a:lnSpc>
          </a:pPr>
          <a:r>
            <a:rPr lang="en-US" b="0" i="0">
              <a:latin typeface="ADLaM Display" panose="02010000000000000000" pitchFamily="2" charset="0"/>
              <a:ea typeface="ADLaM Display" panose="02010000000000000000" pitchFamily="2" charset="0"/>
              <a:cs typeface="ADLaM Display" panose="02010000000000000000" pitchFamily="2" charset="0"/>
            </a:rPr>
            <a:t>Provides personalized recipe recommendations using available ingredients</a:t>
          </a:r>
          <a:endParaRPr lang="en-US">
            <a:latin typeface="ADLaM Display" panose="02010000000000000000" pitchFamily="2" charset="0"/>
            <a:ea typeface="ADLaM Display" panose="02010000000000000000" pitchFamily="2" charset="0"/>
            <a:cs typeface="ADLaM Display" panose="02010000000000000000" pitchFamily="2" charset="0"/>
          </a:endParaRPr>
        </a:p>
      </dgm:t>
    </dgm:pt>
    <dgm:pt modelId="{D3B844FE-D305-4EC2-934D-6147589EAA08}" type="parTrans" cxnId="{59444018-3645-4630-9EDE-A37835B02AF7}">
      <dgm:prSet/>
      <dgm:spPr/>
      <dgm:t>
        <a:bodyPr/>
        <a:lstStyle/>
        <a:p>
          <a:endParaRPr lang="en-US"/>
        </a:p>
      </dgm:t>
    </dgm:pt>
    <dgm:pt modelId="{8000FBAD-23DC-4F7B-926F-4140A97F0C17}" type="sibTrans" cxnId="{59444018-3645-4630-9EDE-A37835B02AF7}">
      <dgm:prSet/>
      <dgm:spPr/>
      <dgm:t>
        <a:bodyPr/>
        <a:lstStyle/>
        <a:p>
          <a:endParaRPr lang="en-US"/>
        </a:p>
      </dgm:t>
    </dgm:pt>
    <dgm:pt modelId="{88B7E2E1-F717-4C41-904B-FF799EC38E66}">
      <dgm:prSet/>
      <dgm:spPr/>
      <dgm:t>
        <a:bodyPr/>
        <a:lstStyle/>
        <a:p>
          <a:pPr>
            <a:lnSpc>
              <a:spcPct val="100000"/>
            </a:lnSpc>
          </a:pPr>
          <a:r>
            <a:rPr lang="en-US" b="0" i="0">
              <a:latin typeface="ADLaM Display" panose="02010000000000000000" pitchFamily="2" charset="0"/>
              <a:ea typeface="ADLaM Display" panose="02010000000000000000" pitchFamily="2" charset="0"/>
              <a:cs typeface="ADLaM Display" panose="02010000000000000000" pitchFamily="2" charset="0"/>
            </a:rPr>
            <a:t>Enhances fun and interactivity through the "shake-shake" function</a:t>
          </a:r>
          <a:endParaRPr lang="en-US">
            <a:latin typeface="ADLaM Display" panose="02010000000000000000" pitchFamily="2" charset="0"/>
            <a:ea typeface="ADLaM Display" panose="02010000000000000000" pitchFamily="2" charset="0"/>
            <a:cs typeface="ADLaM Display" panose="02010000000000000000" pitchFamily="2" charset="0"/>
          </a:endParaRPr>
        </a:p>
      </dgm:t>
    </dgm:pt>
    <dgm:pt modelId="{B5BF5376-4B2C-48CD-8D45-EC3F36BD9627}" type="parTrans" cxnId="{742F807A-5DE3-4FB1-8E95-E6BB4646561F}">
      <dgm:prSet/>
      <dgm:spPr/>
      <dgm:t>
        <a:bodyPr/>
        <a:lstStyle/>
        <a:p>
          <a:endParaRPr lang="en-US"/>
        </a:p>
      </dgm:t>
    </dgm:pt>
    <dgm:pt modelId="{08CFACB0-EB1B-4D13-A504-4B794664B91E}" type="sibTrans" cxnId="{742F807A-5DE3-4FB1-8E95-E6BB4646561F}">
      <dgm:prSet/>
      <dgm:spPr/>
      <dgm:t>
        <a:bodyPr/>
        <a:lstStyle/>
        <a:p>
          <a:endParaRPr lang="en-US"/>
        </a:p>
      </dgm:t>
    </dgm:pt>
    <dgm:pt modelId="{E884AC13-1A4A-4F6A-BFF2-4E8F48BC6FA4}">
      <dgm:prSet/>
      <dgm:spPr/>
      <dgm:t>
        <a:bodyPr/>
        <a:lstStyle/>
        <a:p>
          <a:pPr>
            <a:lnSpc>
              <a:spcPct val="100000"/>
            </a:lnSpc>
          </a:pPr>
          <a:r>
            <a:rPr lang="en-US" b="0" i="0" dirty="0">
              <a:latin typeface="ADLaM Display" panose="02010000000000000000" pitchFamily="2" charset="0"/>
              <a:ea typeface="ADLaM Display" panose="02010000000000000000" pitchFamily="2" charset="0"/>
              <a:cs typeface="ADLaM Display" panose="02010000000000000000" pitchFamily="2" charset="0"/>
            </a:rPr>
            <a:t>Provides convenient recipe storage and offline access</a:t>
          </a:r>
          <a:endParaRPr lang="en-US" dirty="0">
            <a:latin typeface="ADLaM Display" panose="02010000000000000000" pitchFamily="2" charset="0"/>
            <a:ea typeface="ADLaM Display" panose="02010000000000000000" pitchFamily="2" charset="0"/>
            <a:cs typeface="ADLaM Display" panose="02010000000000000000" pitchFamily="2" charset="0"/>
          </a:endParaRPr>
        </a:p>
      </dgm:t>
    </dgm:pt>
    <dgm:pt modelId="{8D78EEA2-EC87-48C6-A004-DD56BF590EDA}" type="parTrans" cxnId="{D09F7F44-0E50-4EEF-8E97-53B148AAC880}">
      <dgm:prSet/>
      <dgm:spPr/>
      <dgm:t>
        <a:bodyPr/>
        <a:lstStyle/>
        <a:p>
          <a:endParaRPr lang="en-US"/>
        </a:p>
      </dgm:t>
    </dgm:pt>
    <dgm:pt modelId="{DCDA8D8A-A9CC-43CD-BC0F-DD5F256298BF}" type="sibTrans" cxnId="{D09F7F44-0E50-4EEF-8E97-53B148AAC880}">
      <dgm:prSet/>
      <dgm:spPr/>
      <dgm:t>
        <a:bodyPr/>
        <a:lstStyle/>
        <a:p>
          <a:endParaRPr lang="en-US"/>
        </a:p>
      </dgm:t>
    </dgm:pt>
    <dgm:pt modelId="{2FE822DE-A209-47DD-89F7-C0896EC82E9E}">
      <dgm:prSet/>
      <dgm:spPr/>
      <dgm:t>
        <a:bodyPr/>
        <a:lstStyle/>
        <a:p>
          <a:pPr>
            <a:lnSpc>
              <a:spcPct val="100000"/>
            </a:lnSpc>
          </a:pPr>
          <a:r>
            <a:rPr lang="en-US" b="0" i="0" dirty="0">
              <a:latin typeface="ADLaM Display" panose="02010000000000000000" pitchFamily="2" charset="0"/>
              <a:ea typeface="ADLaM Display" panose="02010000000000000000" pitchFamily="2" charset="0"/>
              <a:cs typeface="ADLaM Display" panose="02010000000000000000" pitchFamily="2" charset="0"/>
            </a:rPr>
            <a:t>Helps users manage kitchen inventory and shopping lists to improve meal planning efficiency</a:t>
          </a:r>
          <a:endParaRPr lang="en-US" dirty="0">
            <a:latin typeface="ADLaM Display" panose="02010000000000000000" pitchFamily="2" charset="0"/>
            <a:ea typeface="ADLaM Display" panose="02010000000000000000" pitchFamily="2" charset="0"/>
            <a:cs typeface="ADLaM Display" panose="02010000000000000000" pitchFamily="2" charset="0"/>
          </a:endParaRPr>
        </a:p>
      </dgm:t>
    </dgm:pt>
    <dgm:pt modelId="{C0903F79-7659-4CFF-ADCA-ADE50928AD9B}" type="parTrans" cxnId="{B7D7CA06-D817-4960-9CE8-A6F94CB7EBFA}">
      <dgm:prSet/>
      <dgm:spPr/>
      <dgm:t>
        <a:bodyPr/>
        <a:lstStyle/>
        <a:p>
          <a:endParaRPr lang="en-US"/>
        </a:p>
      </dgm:t>
    </dgm:pt>
    <dgm:pt modelId="{00801CC0-3AB1-4BDC-8B7C-186893C847B8}" type="sibTrans" cxnId="{B7D7CA06-D817-4960-9CE8-A6F94CB7EBFA}">
      <dgm:prSet/>
      <dgm:spPr/>
      <dgm:t>
        <a:bodyPr/>
        <a:lstStyle/>
        <a:p>
          <a:endParaRPr lang="en-US"/>
        </a:p>
      </dgm:t>
    </dgm:pt>
    <dgm:pt modelId="{27D833DE-7130-425A-8899-7382BE69927D}" type="pres">
      <dgm:prSet presAssocID="{BAD33D8A-6FC9-46C4-803A-22C5D411FB56}" presName="Name0" presStyleCnt="0">
        <dgm:presLayoutVars>
          <dgm:dir/>
          <dgm:resizeHandles val="exact"/>
        </dgm:presLayoutVars>
      </dgm:prSet>
      <dgm:spPr/>
    </dgm:pt>
    <dgm:pt modelId="{7F93E51F-C3BE-4E4B-9C02-942DD2235D61}" type="pres">
      <dgm:prSet presAssocID="{05C598E3-7A5A-4B22-AD14-668D667FA280}" presName="node" presStyleLbl="node1" presStyleIdx="0" presStyleCnt="3">
        <dgm:presLayoutVars>
          <dgm:bulletEnabled val="1"/>
        </dgm:presLayoutVars>
      </dgm:prSet>
      <dgm:spPr/>
    </dgm:pt>
    <dgm:pt modelId="{A1143918-F5B0-4006-A2E3-27B8676B2B7D}" type="pres">
      <dgm:prSet presAssocID="{A8AF4965-DDA1-45FD-8050-B32A2EF7F5D7}" presName="sibTransSpacerBeforeConnector" presStyleCnt="0"/>
      <dgm:spPr/>
    </dgm:pt>
    <dgm:pt modelId="{404E4B99-B58D-440A-B7FE-B59D2BE4FCDB}" type="pres">
      <dgm:prSet presAssocID="{A8AF4965-DDA1-45FD-8050-B32A2EF7F5D7}" presName="sibTrans" presStyleLbl="node1" presStyleIdx="1" presStyleCnt="3"/>
      <dgm:spPr/>
    </dgm:pt>
    <dgm:pt modelId="{F18DDF86-8D44-42B7-B187-7F45594FB3F2}" type="pres">
      <dgm:prSet presAssocID="{A8AF4965-DDA1-45FD-8050-B32A2EF7F5D7}" presName="sibTransSpacerAfterConnector" presStyleCnt="0"/>
      <dgm:spPr/>
    </dgm:pt>
    <dgm:pt modelId="{3E623C97-5AB7-4136-AF43-2412BBA353F0}" type="pres">
      <dgm:prSet presAssocID="{236BFF6D-2CAE-433E-B8D1-8BC8FDC41FE4}" presName="node" presStyleLbl="node1" presStyleIdx="2" presStyleCnt="3">
        <dgm:presLayoutVars>
          <dgm:bulletEnabled val="1"/>
        </dgm:presLayoutVars>
      </dgm:prSet>
      <dgm:spPr/>
    </dgm:pt>
  </dgm:ptLst>
  <dgm:cxnLst>
    <dgm:cxn modelId="{B7D7CA06-D817-4960-9CE8-A6F94CB7EBFA}" srcId="{236BFF6D-2CAE-433E-B8D1-8BC8FDC41FE4}" destId="{2FE822DE-A209-47DD-89F7-C0896EC82E9E}" srcOrd="3" destOrd="0" parTransId="{C0903F79-7659-4CFF-ADCA-ADE50928AD9B}" sibTransId="{00801CC0-3AB1-4BDC-8B7C-186893C847B8}"/>
    <dgm:cxn modelId="{D7B8B20A-1C4F-47AB-A021-4A63C29A8DA5}" type="presOf" srcId="{A8AF4965-DDA1-45FD-8050-B32A2EF7F5D7}" destId="{404E4B99-B58D-440A-B7FE-B59D2BE4FCDB}" srcOrd="0" destOrd="0" presId="urn:microsoft.com/office/officeart/2016/7/layout/BasicProcessNew"/>
    <dgm:cxn modelId="{A1458A16-8A21-4AB8-BA2B-45D8A6EFE240}" type="presOf" srcId="{F2BBAF29-4BE8-474D-BDB5-91F4F930516F}" destId="{7F93E51F-C3BE-4E4B-9C02-942DD2235D61}" srcOrd="0" destOrd="1" presId="urn:microsoft.com/office/officeart/2016/7/layout/BasicProcessNew"/>
    <dgm:cxn modelId="{59444018-3645-4630-9EDE-A37835B02AF7}" srcId="{236BFF6D-2CAE-433E-B8D1-8BC8FDC41FE4}" destId="{59A1BEA6-3F08-4CE9-ADA6-3B9BF35892C7}" srcOrd="0" destOrd="0" parTransId="{D3B844FE-D305-4EC2-934D-6147589EAA08}" sibTransId="{8000FBAD-23DC-4F7B-926F-4140A97F0C17}"/>
    <dgm:cxn modelId="{96AEDA43-FC6F-46F1-8FFE-E431E0DD9F4B}" type="presOf" srcId="{360492AE-6B98-41CB-B087-F4F57F2A7F88}" destId="{7F93E51F-C3BE-4E4B-9C02-942DD2235D61}" srcOrd="0" destOrd="2" presId="urn:microsoft.com/office/officeart/2016/7/layout/BasicProcessNew"/>
    <dgm:cxn modelId="{D09F7F44-0E50-4EEF-8E97-53B148AAC880}" srcId="{236BFF6D-2CAE-433E-B8D1-8BC8FDC41FE4}" destId="{E884AC13-1A4A-4F6A-BFF2-4E8F48BC6FA4}" srcOrd="2" destOrd="0" parTransId="{8D78EEA2-EC87-48C6-A004-DD56BF590EDA}" sibTransId="{DCDA8D8A-A9CC-43CD-BC0F-DD5F256298BF}"/>
    <dgm:cxn modelId="{DD60E547-17ED-4D59-BE97-537F12EE16B7}" type="presOf" srcId="{88B7E2E1-F717-4C41-904B-FF799EC38E66}" destId="{3E623C97-5AB7-4136-AF43-2412BBA353F0}" srcOrd="0" destOrd="2" presId="urn:microsoft.com/office/officeart/2016/7/layout/BasicProcessNew"/>
    <dgm:cxn modelId="{6BF0BD4B-0BAE-4A77-9FD4-4BC02752DBF1}" srcId="{05C598E3-7A5A-4B22-AD14-668D667FA280}" destId="{F2BBAF29-4BE8-474D-BDB5-91F4F930516F}" srcOrd="0" destOrd="0" parTransId="{C07ACE9A-6B93-415B-B5BB-EBB1098B5FF2}" sibTransId="{E45584E8-1FE5-44E8-873C-AA886000EFD0}"/>
    <dgm:cxn modelId="{96FDA54D-378B-4A08-8040-69769CCB6699}" srcId="{05C598E3-7A5A-4B22-AD14-668D667FA280}" destId="{360492AE-6B98-41CB-B087-F4F57F2A7F88}" srcOrd="1" destOrd="0" parTransId="{0820FB53-139E-44EF-BA22-21F9FAB1A48B}" sibTransId="{B83A2F20-DAAB-410B-B243-5610BEC57299}"/>
    <dgm:cxn modelId="{5774B970-B739-45CA-A650-8A5CCC7AA67C}" type="presOf" srcId="{59A1BEA6-3F08-4CE9-ADA6-3B9BF35892C7}" destId="{3E623C97-5AB7-4136-AF43-2412BBA353F0}" srcOrd="0" destOrd="1" presId="urn:microsoft.com/office/officeart/2016/7/layout/BasicProcessNew"/>
    <dgm:cxn modelId="{B8F99C72-DE50-4A7C-AC66-B09208324434}" type="presOf" srcId="{BAD33D8A-6FC9-46C4-803A-22C5D411FB56}" destId="{27D833DE-7130-425A-8899-7382BE69927D}" srcOrd="0" destOrd="0" presId="urn:microsoft.com/office/officeart/2016/7/layout/BasicProcessNew"/>
    <dgm:cxn modelId="{742F807A-5DE3-4FB1-8E95-E6BB4646561F}" srcId="{236BFF6D-2CAE-433E-B8D1-8BC8FDC41FE4}" destId="{88B7E2E1-F717-4C41-904B-FF799EC38E66}" srcOrd="1" destOrd="0" parTransId="{B5BF5376-4B2C-48CD-8D45-EC3F36BD9627}" sibTransId="{08CFACB0-EB1B-4D13-A504-4B794664B91E}"/>
    <dgm:cxn modelId="{66B0A68E-72D2-4CD7-8621-5F695E4C6997}" srcId="{BAD33D8A-6FC9-46C4-803A-22C5D411FB56}" destId="{236BFF6D-2CAE-433E-B8D1-8BC8FDC41FE4}" srcOrd="1" destOrd="0" parTransId="{5970715A-B1CA-4D47-9F4D-06128FDA9369}" sibTransId="{736BF116-74E0-434E-AE0F-E46485D6B3A4}"/>
    <dgm:cxn modelId="{DAF33DBF-ACC8-4352-A629-BF0DF938B348}" type="presOf" srcId="{05C598E3-7A5A-4B22-AD14-668D667FA280}" destId="{7F93E51F-C3BE-4E4B-9C02-942DD2235D61}" srcOrd="0" destOrd="0" presId="urn:microsoft.com/office/officeart/2016/7/layout/BasicProcessNew"/>
    <dgm:cxn modelId="{2AEB79C7-A00E-43E9-A94F-CDB3DAB45E0A}" srcId="{BAD33D8A-6FC9-46C4-803A-22C5D411FB56}" destId="{05C598E3-7A5A-4B22-AD14-668D667FA280}" srcOrd="0" destOrd="0" parTransId="{92B31BFC-4A6A-41B4-AA11-616355FB414B}" sibTransId="{A8AF4965-DDA1-45FD-8050-B32A2EF7F5D7}"/>
    <dgm:cxn modelId="{F15D3FD0-2EEE-4C54-8407-7D450C9DE610}" type="presOf" srcId="{2FE822DE-A209-47DD-89F7-C0896EC82E9E}" destId="{3E623C97-5AB7-4136-AF43-2412BBA353F0}" srcOrd="0" destOrd="4" presId="urn:microsoft.com/office/officeart/2016/7/layout/BasicProcessNew"/>
    <dgm:cxn modelId="{9652F4D5-82ED-455F-9153-F9733B768FB5}" type="presOf" srcId="{236BFF6D-2CAE-433E-B8D1-8BC8FDC41FE4}" destId="{3E623C97-5AB7-4136-AF43-2412BBA353F0}" srcOrd="0" destOrd="0" presId="urn:microsoft.com/office/officeart/2016/7/layout/BasicProcessNew"/>
    <dgm:cxn modelId="{26FFACFE-3152-428D-9AFB-A2DCF223F08B}" type="presOf" srcId="{E884AC13-1A4A-4F6A-BFF2-4E8F48BC6FA4}" destId="{3E623C97-5AB7-4136-AF43-2412BBA353F0}" srcOrd="0" destOrd="3" presId="urn:microsoft.com/office/officeart/2016/7/layout/BasicProcessNew"/>
    <dgm:cxn modelId="{ECF6A3DC-7C2B-40BF-A431-15E776A11120}" type="presParOf" srcId="{27D833DE-7130-425A-8899-7382BE69927D}" destId="{7F93E51F-C3BE-4E4B-9C02-942DD2235D61}" srcOrd="0" destOrd="0" presId="urn:microsoft.com/office/officeart/2016/7/layout/BasicProcessNew"/>
    <dgm:cxn modelId="{F8DF6805-0BCD-4605-83BB-BC87695A18C9}" type="presParOf" srcId="{27D833DE-7130-425A-8899-7382BE69927D}" destId="{A1143918-F5B0-4006-A2E3-27B8676B2B7D}" srcOrd="1" destOrd="0" presId="urn:microsoft.com/office/officeart/2016/7/layout/BasicProcessNew"/>
    <dgm:cxn modelId="{447B05E9-BF27-4824-B6B1-912BD5761D12}" type="presParOf" srcId="{27D833DE-7130-425A-8899-7382BE69927D}" destId="{404E4B99-B58D-440A-B7FE-B59D2BE4FCDB}" srcOrd="2" destOrd="0" presId="urn:microsoft.com/office/officeart/2016/7/layout/BasicProcessNew"/>
    <dgm:cxn modelId="{386AB2B6-D8EE-4709-89C0-4380F390560A}" type="presParOf" srcId="{27D833DE-7130-425A-8899-7382BE69927D}" destId="{F18DDF86-8D44-42B7-B187-7F45594FB3F2}" srcOrd="3" destOrd="0" presId="urn:microsoft.com/office/officeart/2016/7/layout/BasicProcessNew"/>
    <dgm:cxn modelId="{10D0AEE7-D9EA-49EB-9388-101082048B0F}" type="presParOf" srcId="{27D833DE-7130-425A-8899-7382BE69927D}" destId="{3E623C97-5AB7-4136-AF43-2412BBA353F0}" srcOrd="4" destOrd="0" presId="urn:microsoft.com/office/officeart/2016/7/layout/Basic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A27F65-9105-4663-95AC-E3882B786646}" type="doc">
      <dgm:prSet loTypeId="urn:microsoft.com/office/officeart/2016/7/layout/LinearArrowProcessNumbered" loCatId="process" qsTypeId="urn:microsoft.com/office/officeart/2005/8/quickstyle/simple1" qsCatId="simple" csTypeId="urn:microsoft.com/office/officeart/2005/8/colors/colorful5" csCatId="colorful"/>
      <dgm:spPr/>
      <dgm:t>
        <a:bodyPr/>
        <a:lstStyle/>
        <a:p>
          <a:endParaRPr lang="en-US"/>
        </a:p>
      </dgm:t>
    </dgm:pt>
    <dgm:pt modelId="{68519BD0-4197-4C4C-8050-402427D82261}">
      <dgm:prSet/>
      <dgm:spPr/>
      <dgm:t>
        <a:bodyPr/>
        <a:lstStyle/>
        <a:p>
          <a:r>
            <a:rPr lang="en-US" b="1" dirty="0"/>
            <a:t>Ingredient-Based Recipe Search</a:t>
          </a:r>
          <a:br>
            <a:rPr lang="en-US" dirty="0"/>
          </a:br>
          <a:r>
            <a:rPr lang="en-US" dirty="0"/>
            <a:t>Users can input or select ingredients (e.g., "chicken, tomato") to discover tailored recipes, encouraging cooking with what’s on hand rather than purchasing extra groceries.</a:t>
          </a:r>
        </a:p>
      </dgm:t>
    </dgm:pt>
    <dgm:pt modelId="{55626C83-B5BD-444D-9F45-6ABB843CD376}" type="parTrans" cxnId="{291ED46A-BF5B-42FA-9A03-E0D975A0665F}">
      <dgm:prSet/>
      <dgm:spPr/>
      <dgm:t>
        <a:bodyPr/>
        <a:lstStyle/>
        <a:p>
          <a:endParaRPr lang="en-US"/>
        </a:p>
      </dgm:t>
    </dgm:pt>
    <dgm:pt modelId="{61A71B66-62A1-4178-8ECF-B01397CEF5D5}" type="sibTrans" cxnId="{291ED46A-BF5B-42FA-9A03-E0D975A0665F}">
      <dgm:prSet phldrT="1" phldr="0"/>
      <dgm:spPr/>
      <dgm:t>
        <a:bodyPr/>
        <a:lstStyle/>
        <a:p>
          <a:r>
            <a:rPr lang="en-US"/>
            <a:t>1</a:t>
          </a:r>
        </a:p>
      </dgm:t>
    </dgm:pt>
    <dgm:pt modelId="{EB387C6E-1301-4D15-9C3E-04F71F996538}">
      <dgm:prSet/>
      <dgm:spPr/>
      <dgm:t>
        <a:bodyPr/>
        <a:lstStyle/>
        <a:p>
          <a:r>
            <a:rPr lang="en-US" b="1" dirty="0"/>
            <a:t>“Shake for Surprise” (Fun Sensor Integration)</a:t>
          </a:r>
          <a:br>
            <a:rPr lang="en-US" dirty="0"/>
          </a:br>
          <a:r>
            <a:rPr lang="en-US" dirty="0"/>
            <a:t>A playful feature where users shake their phone to receive a random recipe suggestion, powered by the accelerometer, making meal planning interactive and fun.</a:t>
          </a:r>
        </a:p>
      </dgm:t>
    </dgm:pt>
    <dgm:pt modelId="{DF74BA62-1E81-4F47-88B4-972C14BA6D29}" type="parTrans" cxnId="{2F0D335E-33C1-43E1-A8DC-62C2B56875AC}">
      <dgm:prSet/>
      <dgm:spPr/>
      <dgm:t>
        <a:bodyPr/>
        <a:lstStyle/>
        <a:p>
          <a:endParaRPr lang="en-US"/>
        </a:p>
      </dgm:t>
    </dgm:pt>
    <dgm:pt modelId="{44874F09-E251-4EF0-B5C7-18258ADD2843}" type="sibTrans" cxnId="{2F0D335E-33C1-43E1-A8DC-62C2B56875AC}">
      <dgm:prSet phldrT="2" phldr="0"/>
      <dgm:spPr/>
      <dgm:t>
        <a:bodyPr/>
        <a:lstStyle/>
        <a:p>
          <a:r>
            <a:rPr lang="en-US"/>
            <a:t>2</a:t>
          </a:r>
        </a:p>
      </dgm:t>
    </dgm:pt>
    <dgm:pt modelId="{0C8AB2C9-B484-45D5-96FB-9346FD3075AB}">
      <dgm:prSet/>
      <dgm:spPr/>
      <dgm:t>
        <a:bodyPr/>
        <a:lstStyle/>
        <a:p>
          <a:r>
            <a:rPr lang="en-US" b="1"/>
            <a:t>Personal Cookbook (Local Save)</a:t>
          </a:r>
          <a:br>
            <a:rPr lang="en-US"/>
          </a:br>
          <a:r>
            <a:rPr lang="en-US"/>
            <a:t>Save favorite recipes locally for offline access, turning Pantry Pal into a convenient digital recipe book available anytime.</a:t>
          </a:r>
        </a:p>
      </dgm:t>
    </dgm:pt>
    <dgm:pt modelId="{988A1B53-56CA-41C6-B17B-AD370D40CC7F}" type="parTrans" cxnId="{C27CC9FE-E4A3-4EF5-B5DE-A9D209AB6800}">
      <dgm:prSet/>
      <dgm:spPr/>
      <dgm:t>
        <a:bodyPr/>
        <a:lstStyle/>
        <a:p>
          <a:endParaRPr lang="en-US"/>
        </a:p>
      </dgm:t>
    </dgm:pt>
    <dgm:pt modelId="{7E2F633B-84C4-4496-864E-0F256E0D511F}" type="sibTrans" cxnId="{C27CC9FE-E4A3-4EF5-B5DE-A9D209AB6800}">
      <dgm:prSet phldrT="3" phldr="0"/>
      <dgm:spPr/>
      <dgm:t>
        <a:bodyPr/>
        <a:lstStyle/>
        <a:p>
          <a:r>
            <a:rPr lang="en-US"/>
            <a:t>3</a:t>
          </a:r>
        </a:p>
      </dgm:t>
    </dgm:pt>
    <dgm:pt modelId="{B5C264EB-56BC-422E-BDB2-0FC3A10DCF54}">
      <dgm:prSet/>
      <dgm:spPr/>
      <dgm:t>
        <a:bodyPr/>
        <a:lstStyle/>
        <a:p>
          <a:r>
            <a:rPr lang="en-US" b="1"/>
            <a:t>Pantry &amp; Grocery Helper</a:t>
          </a:r>
          <a:br>
            <a:rPr lang="en-US"/>
          </a:br>
          <a:r>
            <a:rPr lang="en-US"/>
            <a:t>Track pantry items within the app and, when viewing recipes, see what’s missing—adding needed ingredients to a grocery list for efficient shopping.</a:t>
          </a:r>
        </a:p>
      </dgm:t>
    </dgm:pt>
    <dgm:pt modelId="{1C40FE3C-A2BD-4BBB-9A7F-02E3FB414B83}" type="parTrans" cxnId="{8838BA7B-3F61-45A2-B83E-090B15133734}">
      <dgm:prSet/>
      <dgm:spPr/>
      <dgm:t>
        <a:bodyPr/>
        <a:lstStyle/>
        <a:p>
          <a:endParaRPr lang="en-US"/>
        </a:p>
      </dgm:t>
    </dgm:pt>
    <dgm:pt modelId="{7EE82CEF-10BF-4CD6-96BA-FF16351C8EB5}" type="sibTrans" cxnId="{8838BA7B-3F61-45A2-B83E-090B15133734}">
      <dgm:prSet phldrT="4" phldr="0"/>
      <dgm:spPr/>
      <dgm:t>
        <a:bodyPr/>
        <a:lstStyle/>
        <a:p>
          <a:r>
            <a:rPr lang="en-US"/>
            <a:t>4</a:t>
          </a:r>
        </a:p>
      </dgm:t>
    </dgm:pt>
    <dgm:pt modelId="{DD8154FA-F413-4DD0-92CD-14180E24CBBA}">
      <dgm:prSet/>
      <dgm:spPr/>
      <dgm:t>
        <a:bodyPr/>
        <a:lstStyle/>
        <a:p>
          <a:r>
            <a:rPr lang="en-US" b="1" dirty="0"/>
            <a:t>Clean UI &amp; Accessibility</a:t>
          </a:r>
          <a:br>
            <a:rPr lang="en-US" dirty="0"/>
          </a:br>
          <a:r>
            <a:rPr lang="en-US" dirty="0"/>
            <a:t>A simple, readable interface with proper contrast, dark mode, voice input search, and screen reader support ensures a delightful experience for all users.</a:t>
          </a:r>
        </a:p>
      </dgm:t>
    </dgm:pt>
    <dgm:pt modelId="{DF558475-FE64-46CD-BBBF-13FF3E530882}" type="parTrans" cxnId="{4BF08574-90E2-4D2D-A2E3-9996E131FF31}">
      <dgm:prSet/>
      <dgm:spPr/>
      <dgm:t>
        <a:bodyPr/>
        <a:lstStyle/>
        <a:p>
          <a:endParaRPr lang="en-US"/>
        </a:p>
      </dgm:t>
    </dgm:pt>
    <dgm:pt modelId="{7A0A35E4-B4BF-46E6-9EEF-5767663B75C9}" type="sibTrans" cxnId="{4BF08574-90E2-4D2D-A2E3-9996E131FF31}">
      <dgm:prSet phldrT="5" phldr="0"/>
      <dgm:spPr/>
      <dgm:t>
        <a:bodyPr/>
        <a:lstStyle/>
        <a:p>
          <a:r>
            <a:rPr lang="en-US"/>
            <a:t>5</a:t>
          </a:r>
        </a:p>
      </dgm:t>
    </dgm:pt>
    <dgm:pt modelId="{A925A460-8747-45EC-A9D9-9CF775C1D8E9}">
      <dgm:prSet/>
      <dgm:spPr/>
      <dgm:t>
        <a:bodyPr/>
        <a:lstStyle/>
        <a:p>
          <a:r>
            <a:rPr lang="en-US" b="1"/>
            <a:t>Potential Feature: AI recognition to update inventory</a:t>
          </a:r>
          <a:br>
            <a:rPr lang="en-US"/>
          </a:br>
          <a:r>
            <a:rPr lang="en-US"/>
            <a:t>Call up the device camera and update the food pantry in the app by taking photos of existing ingredients, which the AI then recognizes as text.</a:t>
          </a:r>
        </a:p>
      </dgm:t>
    </dgm:pt>
    <dgm:pt modelId="{D7882914-12DB-45A3-8207-7517BE12F4EC}" type="parTrans" cxnId="{17DDE84A-6DD7-4201-9C47-4F9BC0D408C4}">
      <dgm:prSet/>
      <dgm:spPr/>
      <dgm:t>
        <a:bodyPr/>
        <a:lstStyle/>
        <a:p>
          <a:endParaRPr lang="en-US"/>
        </a:p>
      </dgm:t>
    </dgm:pt>
    <dgm:pt modelId="{A612B531-253E-4CD6-85E5-B86F1024DAFD}" type="sibTrans" cxnId="{17DDE84A-6DD7-4201-9C47-4F9BC0D408C4}">
      <dgm:prSet phldrT="6" phldr="0"/>
      <dgm:spPr/>
      <dgm:t>
        <a:bodyPr/>
        <a:lstStyle/>
        <a:p>
          <a:r>
            <a:rPr lang="en-US"/>
            <a:t>6</a:t>
          </a:r>
        </a:p>
      </dgm:t>
    </dgm:pt>
    <dgm:pt modelId="{C2B9AFED-1557-4731-AA26-58F902B518F4}" type="pres">
      <dgm:prSet presAssocID="{EAA27F65-9105-4663-95AC-E3882B786646}" presName="linearFlow" presStyleCnt="0">
        <dgm:presLayoutVars>
          <dgm:dir/>
          <dgm:animLvl val="lvl"/>
          <dgm:resizeHandles val="exact"/>
        </dgm:presLayoutVars>
      </dgm:prSet>
      <dgm:spPr/>
    </dgm:pt>
    <dgm:pt modelId="{D61252C8-F9AB-4EBD-AA1D-87C52C217111}" type="pres">
      <dgm:prSet presAssocID="{68519BD0-4197-4C4C-8050-402427D82261}" presName="compositeNode" presStyleCnt="0"/>
      <dgm:spPr/>
    </dgm:pt>
    <dgm:pt modelId="{6EC9AB02-56E7-44A1-BD90-706463A7CA0F}" type="pres">
      <dgm:prSet presAssocID="{68519BD0-4197-4C4C-8050-402427D82261}" presName="parTx" presStyleLbl="node1" presStyleIdx="0" presStyleCnt="0">
        <dgm:presLayoutVars>
          <dgm:chMax val="0"/>
          <dgm:chPref val="0"/>
          <dgm:bulletEnabled val="1"/>
        </dgm:presLayoutVars>
      </dgm:prSet>
      <dgm:spPr/>
    </dgm:pt>
    <dgm:pt modelId="{A0FB8F06-7113-4926-AEFE-8105954F3E7A}" type="pres">
      <dgm:prSet presAssocID="{68519BD0-4197-4C4C-8050-402427D82261}" presName="parSh" presStyleCnt="0"/>
      <dgm:spPr/>
    </dgm:pt>
    <dgm:pt modelId="{DD2F4C77-AC91-4AFE-A88C-CCDA1AD44017}" type="pres">
      <dgm:prSet presAssocID="{68519BD0-4197-4C4C-8050-402427D82261}" presName="lineNode" presStyleLbl="alignAccFollowNode1" presStyleIdx="0" presStyleCnt="18"/>
      <dgm:spPr/>
    </dgm:pt>
    <dgm:pt modelId="{908A0AE6-3618-4B83-A203-9EFB9C1AEC79}" type="pres">
      <dgm:prSet presAssocID="{68519BD0-4197-4C4C-8050-402427D82261}" presName="lineArrowNode" presStyleLbl="alignAccFollowNode1" presStyleIdx="1" presStyleCnt="18"/>
      <dgm:spPr/>
    </dgm:pt>
    <dgm:pt modelId="{9662B99B-D152-4B83-948A-939BD8CB9542}" type="pres">
      <dgm:prSet presAssocID="{61A71B66-62A1-4178-8ECF-B01397CEF5D5}" presName="sibTransNodeCircle" presStyleLbl="alignNode1" presStyleIdx="0" presStyleCnt="6">
        <dgm:presLayoutVars>
          <dgm:chMax val="0"/>
          <dgm:bulletEnabled/>
        </dgm:presLayoutVars>
      </dgm:prSet>
      <dgm:spPr/>
    </dgm:pt>
    <dgm:pt modelId="{2F46FA86-A77A-4171-BA30-15D69CDEAD6F}" type="pres">
      <dgm:prSet presAssocID="{61A71B66-62A1-4178-8ECF-B01397CEF5D5}" presName="spacerBetweenCircleAndCallout" presStyleCnt="0">
        <dgm:presLayoutVars/>
      </dgm:prSet>
      <dgm:spPr/>
    </dgm:pt>
    <dgm:pt modelId="{359C24AE-CCED-4137-B320-BC2B5BFD089E}" type="pres">
      <dgm:prSet presAssocID="{68519BD0-4197-4C4C-8050-402427D82261}" presName="nodeText" presStyleLbl="alignAccFollowNode1" presStyleIdx="2" presStyleCnt="18">
        <dgm:presLayoutVars>
          <dgm:bulletEnabled val="1"/>
        </dgm:presLayoutVars>
      </dgm:prSet>
      <dgm:spPr/>
    </dgm:pt>
    <dgm:pt modelId="{D32FEAF6-B4D1-4D2F-B7E0-B6A580BC1BD2}" type="pres">
      <dgm:prSet presAssocID="{61A71B66-62A1-4178-8ECF-B01397CEF5D5}" presName="sibTransComposite" presStyleCnt="0"/>
      <dgm:spPr/>
    </dgm:pt>
    <dgm:pt modelId="{4BE631D7-9E2F-463F-98AC-B191F0506537}" type="pres">
      <dgm:prSet presAssocID="{EB387C6E-1301-4D15-9C3E-04F71F996538}" presName="compositeNode" presStyleCnt="0"/>
      <dgm:spPr/>
    </dgm:pt>
    <dgm:pt modelId="{12AFE518-37A5-4404-AD2E-3FBAF865F7DA}" type="pres">
      <dgm:prSet presAssocID="{EB387C6E-1301-4D15-9C3E-04F71F996538}" presName="parTx" presStyleLbl="node1" presStyleIdx="0" presStyleCnt="0">
        <dgm:presLayoutVars>
          <dgm:chMax val="0"/>
          <dgm:chPref val="0"/>
          <dgm:bulletEnabled val="1"/>
        </dgm:presLayoutVars>
      </dgm:prSet>
      <dgm:spPr/>
    </dgm:pt>
    <dgm:pt modelId="{FBCDA3FF-C6E1-4EA6-962F-F0A3A6504FB2}" type="pres">
      <dgm:prSet presAssocID="{EB387C6E-1301-4D15-9C3E-04F71F996538}" presName="parSh" presStyleCnt="0"/>
      <dgm:spPr/>
    </dgm:pt>
    <dgm:pt modelId="{38347783-A392-4E45-80C9-FDED5BAD613B}" type="pres">
      <dgm:prSet presAssocID="{EB387C6E-1301-4D15-9C3E-04F71F996538}" presName="lineNode" presStyleLbl="alignAccFollowNode1" presStyleIdx="3" presStyleCnt="18"/>
      <dgm:spPr/>
    </dgm:pt>
    <dgm:pt modelId="{613316FE-89F9-4BB1-887A-307A0FC50D8C}" type="pres">
      <dgm:prSet presAssocID="{EB387C6E-1301-4D15-9C3E-04F71F996538}" presName="lineArrowNode" presStyleLbl="alignAccFollowNode1" presStyleIdx="4" presStyleCnt="18"/>
      <dgm:spPr/>
    </dgm:pt>
    <dgm:pt modelId="{48D2A230-5B08-4446-A168-9D27D6EB28CB}" type="pres">
      <dgm:prSet presAssocID="{44874F09-E251-4EF0-B5C7-18258ADD2843}" presName="sibTransNodeCircle" presStyleLbl="alignNode1" presStyleIdx="1" presStyleCnt="6">
        <dgm:presLayoutVars>
          <dgm:chMax val="0"/>
          <dgm:bulletEnabled/>
        </dgm:presLayoutVars>
      </dgm:prSet>
      <dgm:spPr/>
    </dgm:pt>
    <dgm:pt modelId="{1095B38B-F9FE-4CFA-9DEA-A9B1565A0872}" type="pres">
      <dgm:prSet presAssocID="{44874F09-E251-4EF0-B5C7-18258ADD2843}" presName="spacerBetweenCircleAndCallout" presStyleCnt="0">
        <dgm:presLayoutVars/>
      </dgm:prSet>
      <dgm:spPr/>
    </dgm:pt>
    <dgm:pt modelId="{D3518D28-1775-4073-A240-43C9C7A77960}" type="pres">
      <dgm:prSet presAssocID="{EB387C6E-1301-4D15-9C3E-04F71F996538}" presName="nodeText" presStyleLbl="alignAccFollowNode1" presStyleIdx="5" presStyleCnt="18">
        <dgm:presLayoutVars>
          <dgm:bulletEnabled val="1"/>
        </dgm:presLayoutVars>
      </dgm:prSet>
      <dgm:spPr/>
    </dgm:pt>
    <dgm:pt modelId="{5674CD3D-EAFF-49C7-9777-519B66B09A35}" type="pres">
      <dgm:prSet presAssocID="{44874F09-E251-4EF0-B5C7-18258ADD2843}" presName="sibTransComposite" presStyleCnt="0"/>
      <dgm:spPr/>
    </dgm:pt>
    <dgm:pt modelId="{D27D0837-8A0F-4747-BB32-E66BA0438927}" type="pres">
      <dgm:prSet presAssocID="{0C8AB2C9-B484-45D5-96FB-9346FD3075AB}" presName="compositeNode" presStyleCnt="0"/>
      <dgm:spPr/>
    </dgm:pt>
    <dgm:pt modelId="{29743076-941E-4F4A-A501-385B9310BC48}" type="pres">
      <dgm:prSet presAssocID="{0C8AB2C9-B484-45D5-96FB-9346FD3075AB}" presName="parTx" presStyleLbl="node1" presStyleIdx="0" presStyleCnt="0">
        <dgm:presLayoutVars>
          <dgm:chMax val="0"/>
          <dgm:chPref val="0"/>
          <dgm:bulletEnabled val="1"/>
        </dgm:presLayoutVars>
      </dgm:prSet>
      <dgm:spPr/>
    </dgm:pt>
    <dgm:pt modelId="{0C102BD9-2896-416C-AF2E-D46E794A1D57}" type="pres">
      <dgm:prSet presAssocID="{0C8AB2C9-B484-45D5-96FB-9346FD3075AB}" presName="parSh" presStyleCnt="0"/>
      <dgm:spPr/>
    </dgm:pt>
    <dgm:pt modelId="{8A30911C-47EB-441B-9F70-AC8230606FD8}" type="pres">
      <dgm:prSet presAssocID="{0C8AB2C9-B484-45D5-96FB-9346FD3075AB}" presName="lineNode" presStyleLbl="alignAccFollowNode1" presStyleIdx="6" presStyleCnt="18"/>
      <dgm:spPr/>
    </dgm:pt>
    <dgm:pt modelId="{EBDF8C7C-B931-4744-8BF7-BA7FDDBD17A5}" type="pres">
      <dgm:prSet presAssocID="{0C8AB2C9-B484-45D5-96FB-9346FD3075AB}" presName="lineArrowNode" presStyleLbl="alignAccFollowNode1" presStyleIdx="7" presStyleCnt="18"/>
      <dgm:spPr/>
    </dgm:pt>
    <dgm:pt modelId="{2EDEC343-5D8B-49CC-B1F5-175DB0C33546}" type="pres">
      <dgm:prSet presAssocID="{7E2F633B-84C4-4496-864E-0F256E0D511F}" presName="sibTransNodeCircle" presStyleLbl="alignNode1" presStyleIdx="2" presStyleCnt="6">
        <dgm:presLayoutVars>
          <dgm:chMax val="0"/>
          <dgm:bulletEnabled/>
        </dgm:presLayoutVars>
      </dgm:prSet>
      <dgm:spPr/>
    </dgm:pt>
    <dgm:pt modelId="{A90938CE-73B9-4DB1-A8E7-B6C89EF310DB}" type="pres">
      <dgm:prSet presAssocID="{7E2F633B-84C4-4496-864E-0F256E0D511F}" presName="spacerBetweenCircleAndCallout" presStyleCnt="0">
        <dgm:presLayoutVars/>
      </dgm:prSet>
      <dgm:spPr/>
    </dgm:pt>
    <dgm:pt modelId="{D9040F45-96D0-462C-8F30-DA0767EB9251}" type="pres">
      <dgm:prSet presAssocID="{0C8AB2C9-B484-45D5-96FB-9346FD3075AB}" presName="nodeText" presStyleLbl="alignAccFollowNode1" presStyleIdx="8" presStyleCnt="18">
        <dgm:presLayoutVars>
          <dgm:bulletEnabled val="1"/>
        </dgm:presLayoutVars>
      </dgm:prSet>
      <dgm:spPr/>
    </dgm:pt>
    <dgm:pt modelId="{D4ABD26E-F1A8-4269-BDFF-14D486CC51D0}" type="pres">
      <dgm:prSet presAssocID="{7E2F633B-84C4-4496-864E-0F256E0D511F}" presName="sibTransComposite" presStyleCnt="0"/>
      <dgm:spPr/>
    </dgm:pt>
    <dgm:pt modelId="{41A30541-355D-424B-B3C4-6B738A937D1F}" type="pres">
      <dgm:prSet presAssocID="{B5C264EB-56BC-422E-BDB2-0FC3A10DCF54}" presName="compositeNode" presStyleCnt="0"/>
      <dgm:spPr/>
    </dgm:pt>
    <dgm:pt modelId="{337F74E0-14B7-4736-8E59-B85865CF856C}" type="pres">
      <dgm:prSet presAssocID="{B5C264EB-56BC-422E-BDB2-0FC3A10DCF54}" presName="parTx" presStyleLbl="node1" presStyleIdx="0" presStyleCnt="0">
        <dgm:presLayoutVars>
          <dgm:chMax val="0"/>
          <dgm:chPref val="0"/>
          <dgm:bulletEnabled val="1"/>
        </dgm:presLayoutVars>
      </dgm:prSet>
      <dgm:spPr/>
    </dgm:pt>
    <dgm:pt modelId="{6B410E3F-900D-4AA4-A453-5DDE80F7A231}" type="pres">
      <dgm:prSet presAssocID="{B5C264EB-56BC-422E-BDB2-0FC3A10DCF54}" presName="parSh" presStyleCnt="0"/>
      <dgm:spPr/>
    </dgm:pt>
    <dgm:pt modelId="{EEFAE24D-994F-4089-8AA4-EA32AEA13425}" type="pres">
      <dgm:prSet presAssocID="{B5C264EB-56BC-422E-BDB2-0FC3A10DCF54}" presName="lineNode" presStyleLbl="alignAccFollowNode1" presStyleIdx="9" presStyleCnt="18"/>
      <dgm:spPr/>
    </dgm:pt>
    <dgm:pt modelId="{603C1B6A-922A-4BAE-B2C2-A05E073E7A06}" type="pres">
      <dgm:prSet presAssocID="{B5C264EB-56BC-422E-BDB2-0FC3A10DCF54}" presName="lineArrowNode" presStyleLbl="alignAccFollowNode1" presStyleIdx="10" presStyleCnt="18"/>
      <dgm:spPr/>
    </dgm:pt>
    <dgm:pt modelId="{65EC0AD6-CA2D-4B5B-BF99-CEDD22763B0B}" type="pres">
      <dgm:prSet presAssocID="{7EE82CEF-10BF-4CD6-96BA-FF16351C8EB5}" presName="sibTransNodeCircle" presStyleLbl="alignNode1" presStyleIdx="3" presStyleCnt="6">
        <dgm:presLayoutVars>
          <dgm:chMax val="0"/>
          <dgm:bulletEnabled/>
        </dgm:presLayoutVars>
      </dgm:prSet>
      <dgm:spPr/>
    </dgm:pt>
    <dgm:pt modelId="{A8F92050-EF0C-41C5-AEEE-7760EC42C4FE}" type="pres">
      <dgm:prSet presAssocID="{7EE82CEF-10BF-4CD6-96BA-FF16351C8EB5}" presName="spacerBetweenCircleAndCallout" presStyleCnt="0">
        <dgm:presLayoutVars/>
      </dgm:prSet>
      <dgm:spPr/>
    </dgm:pt>
    <dgm:pt modelId="{4465E4E7-DF15-4D51-BBEF-1AB2DC8F5981}" type="pres">
      <dgm:prSet presAssocID="{B5C264EB-56BC-422E-BDB2-0FC3A10DCF54}" presName="nodeText" presStyleLbl="alignAccFollowNode1" presStyleIdx="11" presStyleCnt="18">
        <dgm:presLayoutVars>
          <dgm:bulletEnabled val="1"/>
        </dgm:presLayoutVars>
      </dgm:prSet>
      <dgm:spPr/>
    </dgm:pt>
    <dgm:pt modelId="{4C5B6BB6-BFAF-41C1-9D57-A54081AD5378}" type="pres">
      <dgm:prSet presAssocID="{7EE82CEF-10BF-4CD6-96BA-FF16351C8EB5}" presName="sibTransComposite" presStyleCnt="0"/>
      <dgm:spPr/>
    </dgm:pt>
    <dgm:pt modelId="{F77233AE-EC3B-4124-9978-B4334F740147}" type="pres">
      <dgm:prSet presAssocID="{DD8154FA-F413-4DD0-92CD-14180E24CBBA}" presName="compositeNode" presStyleCnt="0"/>
      <dgm:spPr/>
    </dgm:pt>
    <dgm:pt modelId="{2BB97D8B-64A6-45C0-8A13-1723B57381CE}" type="pres">
      <dgm:prSet presAssocID="{DD8154FA-F413-4DD0-92CD-14180E24CBBA}" presName="parTx" presStyleLbl="node1" presStyleIdx="0" presStyleCnt="0">
        <dgm:presLayoutVars>
          <dgm:chMax val="0"/>
          <dgm:chPref val="0"/>
          <dgm:bulletEnabled val="1"/>
        </dgm:presLayoutVars>
      </dgm:prSet>
      <dgm:spPr/>
    </dgm:pt>
    <dgm:pt modelId="{90FD8717-487F-4D96-B556-8F21605A9F97}" type="pres">
      <dgm:prSet presAssocID="{DD8154FA-F413-4DD0-92CD-14180E24CBBA}" presName="parSh" presStyleCnt="0"/>
      <dgm:spPr/>
    </dgm:pt>
    <dgm:pt modelId="{0E749E32-4876-4A7C-BECF-597D94AADDFF}" type="pres">
      <dgm:prSet presAssocID="{DD8154FA-F413-4DD0-92CD-14180E24CBBA}" presName="lineNode" presStyleLbl="alignAccFollowNode1" presStyleIdx="12" presStyleCnt="18"/>
      <dgm:spPr/>
    </dgm:pt>
    <dgm:pt modelId="{ED67065F-E6A8-47FD-9E10-5AFA3F579B33}" type="pres">
      <dgm:prSet presAssocID="{DD8154FA-F413-4DD0-92CD-14180E24CBBA}" presName="lineArrowNode" presStyleLbl="alignAccFollowNode1" presStyleIdx="13" presStyleCnt="18"/>
      <dgm:spPr/>
    </dgm:pt>
    <dgm:pt modelId="{B53B0BC2-EDAE-4765-9603-DC98F7DBBF83}" type="pres">
      <dgm:prSet presAssocID="{7A0A35E4-B4BF-46E6-9EEF-5767663B75C9}" presName="sibTransNodeCircle" presStyleLbl="alignNode1" presStyleIdx="4" presStyleCnt="6">
        <dgm:presLayoutVars>
          <dgm:chMax val="0"/>
          <dgm:bulletEnabled/>
        </dgm:presLayoutVars>
      </dgm:prSet>
      <dgm:spPr/>
    </dgm:pt>
    <dgm:pt modelId="{1C604603-E54A-453B-B7E0-0011F6428A2B}" type="pres">
      <dgm:prSet presAssocID="{7A0A35E4-B4BF-46E6-9EEF-5767663B75C9}" presName="spacerBetweenCircleAndCallout" presStyleCnt="0">
        <dgm:presLayoutVars/>
      </dgm:prSet>
      <dgm:spPr/>
    </dgm:pt>
    <dgm:pt modelId="{98C66939-C52F-48B2-B758-0E0EE98FA847}" type="pres">
      <dgm:prSet presAssocID="{DD8154FA-F413-4DD0-92CD-14180E24CBBA}" presName="nodeText" presStyleLbl="alignAccFollowNode1" presStyleIdx="14" presStyleCnt="18">
        <dgm:presLayoutVars>
          <dgm:bulletEnabled val="1"/>
        </dgm:presLayoutVars>
      </dgm:prSet>
      <dgm:spPr/>
    </dgm:pt>
    <dgm:pt modelId="{24EC31E4-510F-48A7-9062-82360749400B}" type="pres">
      <dgm:prSet presAssocID="{7A0A35E4-B4BF-46E6-9EEF-5767663B75C9}" presName="sibTransComposite" presStyleCnt="0"/>
      <dgm:spPr/>
    </dgm:pt>
    <dgm:pt modelId="{6EAA2D33-5A49-4350-821E-404679261EB0}" type="pres">
      <dgm:prSet presAssocID="{A925A460-8747-45EC-A9D9-9CF775C1D8E9}" presName="compositeNode" presStyleCnt="0"/>
      <dgm:spPr/>
    </dgm:pt>
    <dgm:pt modelId="{C6A613F9-891B-4484-B188-270F7EF2AADD}" type="pres">
      <dgm:prSet presAssocID="{A925A460-8747-45EC-A9D9-9CF775C1D8E9}" presName="parTx" presStyleLbl="node1" presStyleIdx="0" presStyleCnt="0">
        <dgm:presLayoutVars>
          <dgm:chMax val="0"/>
          <dgm:chPref val="0"/>
          <dgm:bulletEnabled val="1"/>
        </dgm:presLayoutVars>
      </dgm:prSet>
      <dgm:spPr/>
    </dgm:pt>
    <dgm:pt modelId="{2A6D44AF-2A6F-4D17-83D1-96820D511882}" type="pres">
      <dgm:prSet presAssocID="{A925A460-8747-45EC-A9D9-9CF775C1D8E9}" presName="parSh" presStyleCnt="0"/>
      <dgm:spPr/>
    </dgm:pt>
    <dgm:pt modelId="{2AAA8E33-86FA-4597-B9C1-BB65F5D4FE16}" type="pres">
      <dgm:prSet presAssocID="{A925A460-8747-45EC-A9D9-9CF775C1D8E9}" presName="lineNode" presStyleLbl="alignAccFollowNode1" presStyleIdx="15" presStyleCnt="18"/>
      <dgm:spPr/>
    </dgm:pt>
    <dgm:pt modelId="{04D4A2BC-90BE-45BB-AE4C-F39FCDC109C3}" type="pres">
      <dgm:prSet presAssocID="{A925A460-8747-45EC-A9D9-9CF775C1D8E9}" presName="lineArrowNode" presStyleLbl="alignAccFollowNode1" presStyleIdx="16" presStyleCnt="18"/>
      <dgm:spPr/>
    </dgm:pt>
    <dgm:pt modelId="{B07B9CAF-4AE8-4707-8C3C-031DF7796980}" type="pres">
      <dgm:prSet presAssocID="{A612B531-253E-4CD6-85E5-B86F1024DAFD}" presName="sibTransNodeCircle" presStyleLbl="alignNode1" presStyleIdx="5" presStyleCnt="6">
        <dgm:presLayoutVars>
          <dgm:chMax val="0"/>
          <dgm:bulletEnabled/>
        </dgm:presLayoutVars>
      </dgm:prSet>
      <dgm:spPr/>
    </dgm:pt>
    <dgm:pt modelId="{F63E8C35-5D37-44D3-8A98-F31855C9E576}" type="pres">
      <dgm:prSet presAssocID="{A612B531-253E-4CD6-85E5-B86F1024DAFD}" presName="spacerBetweenCircleAndCallout" presStyleCnt="0">
        <dgm:presLayoutVars/>
      </dgm:prSet>
      <dgm:spPr/>
    </dgm:pt>
    <dgm:pt modelId="{70DCAF96-4839-4BD3-88CA-F6D4A64079DD}" type="pres">
      <dgm:prSet presAssocID="{A925A460-8747-45EC-A9D9-9CF775C1D8E9}" presName="nodeText" presStyleLbl="alignAccFollowNode1" presStyleIdx="17" presStyleCnt="18">
        <dgm:presLayoutVars>
          <dgm:bulletEnabled val="1"/>
        </dgm:presLayoutVars>
      </dgm:prSet>
      <dgm:spPr/>
    </dgm:pt>
  </dgm:ptLst>
  <dgm:cxnLst>
    <dgm:cxn modelId="{3FEEFE18-16EE-4BA4-B218-1B45B5FC0DDF}" type="presOf" srcId="{0C8AB2C9-B484-45D5-96FB-9346FD3075AB}" destId="{D9040F45-96D0-462C-8F30-DA0767EB9251}" srcOrd="0" destOrd="0" presId="urn:microsoft.com/office/officeart/2016/7/layout/LinearArrowProcessNumbered"/>
    <dgm:cxn modelId="{79C9B526-58B6-43F8-9FD4-D53D1CCD1C01}" type="presOf" srcId="{7E2F633B-84C4-4496-864E-0F256E0D511F}" destId="{2EDEC343-5D8B-49CC-B1F5-175DB0C33546}" srcOrd="0" destOrd="0" presId="urn:microsoft.com/office/officeart/2016/7/layout/LinearArrowProcessNumbered"/>
    <dgm:cxn modelId="{2F0D335E-33C1-43E1-A8DC-62C2B56875AC}" srcId="{EAA27F65-9105-4663-95AC-E3882B786646}" destId="{EB387C6E-1301-4D15-9C3E-04F71F996538}" srcOrd="1" destOrd="0" parTransId="{DF74BA62-1E81-4F47-88B4-972C14BA6D29}" sibTransId="{44874F09-E251-4EF0-B5C7-18258ADD2843}"/>
    <dgm:cxn modelId="{0F303562-3979-45DB-A312-490A7E1296DD}" type="presOf" srcId="{DD8154FA-F413-4DD0-92CD-14180E24CBBA}" destId="{98C66939-C52F-48B2-B758-0E0EE98FA847}" srcOrd="0" destOrd="0" presId="urn:microsoft.com/office/officeart/2016/7/layout/LinearArrowProcessNumbered"/>
    <dgm:cxn modelId="{E99D0F63-A06E-4814-88A9-D3700876176C}" type="presOf" srcId="{B5C264EB-56BC-422E-BDB2-0FC3A10DCF54}" destId="{4465E4E7-DF15-4D51-BBEF-1AB2DC8F5981}" srcOrd="0" destOrd="0" presId="urn:microsoft.com/office/officeart/2016/7/layout/LinearArrowProcessNumbered"/>
    <dgm:cxn modelId="{05A97D43-4EB2-40AA-9E4A-A3DA278E2C1F}" type="presOf" srcId="{44874F09-E251-4EF0-B5C7-18258ADD2843}" destId="{48D2A230-5B08-4446-A168-9D27D6EB28CB}" srcOrd="0" destOrd="0" presId="urn:microsoft.com/office/officeart/2016/7/layout/LinearArrowProcessNumbered"/>
    <dgm:cxn modelId="{291ED46A-BF5B-42FA-9A03-E0D975A0665F}" srcId="{EAA27F65-9105-4663-95AC-E3882B786646}" destId="{68519BD0-4197-4C4C-8050-402427D82261}" srcOrd="0" destOrd="0" parTransId="{55626C83-B5BD-444D-9F45-6ABB843CD376}" sibTransId="{61A71B66-62A1-4178-8ECF-B01397CEF5D5}"/>
    <dgm:cxn modelId="{17DDE84A-6DD7-4201-9C47-4F9BC0D408C4}" srcId="{EAA27F65-9105-4663-95AC-E3882B786646}" destId="{A925A460-8747-45EC-A9D9-9CF775C1D8E9}" srcOrd="5" destOrd="0" parTransId="{D7882914-12DB-45A3-8207-7517BE12F4EC}" sibTransId="{A612B531-253E-4CD6-85E5-B86F1024DAFD}"/>
    <dgm:cxn modelId="{2881F24E-5EB7-49D9-A4F0-1D3E2DCD742F}" type="presOf" srcId="{EAA27F65-9105-4663-95AC-E3882B786646}" destId="{C2B9AFED-1557-4731-AA26-58F902B518F4}" srcOrd="0" destOrd="0" presId="urn:microsoft.com/office/officeart/2016/7/layout/LinearArrowProcessNumbered"/>
    <dgm:cxn modelId="{4BF08574-90E2-4D2D-A2E3-9996E131FF31}" srcId="{EAA27F65-9105-4663-95AC-E3882B786646}" destId="{DD8154FA-F413-4DD0-92CD-14180E24CBBA}" srcOrd="4" destOrd="0" parTransId="{DF558475-FE64-46CD-BBBF-13FF3E530882}" sibTransId="{7A0A35E4-B4BF-46E6-9EEF-5767663B75C9}"/>
    <dgm:cxn modelId="{A83BD274-B131-4B45-AC66-AEF3B2FA30EB}" type="presOf" srcId="{A612B531-253E-4CD6-85E5-B86F1024DAFD}" destId="{B07B9CAF-4AE8-4707-8C3C-031DF7796980}" srcOrd="0" destOrd="0" presId="urn:microsoft.com/office/officeart/2016/7/layout/LinearArrowProcessNumbered"/>
    <dgm:cxn modelId="{8838BA7B-3F61-45A2-B83E-090B15133734}" srcId="{EAA27F65-9105-4663-95AC-E3882B786646}" destId="{B5C264EB-56BC-422E-BDB2-0FC3A10DCF54}" srcOrd="3" destOrd="0" parTransId="{1C40FE3C-A2BD-4BBB-9A7F-02E3FB414B83}" sibTransId="{7EE82CEF-10BF-4CD6-96BA-FF16351C8EB5}"/>
    <dgm:cxn modelId="{398C5080-C6EA-455C-996C-6EBE8A35ABD8}" type="presOf" srcId="{68519BD0-4197-4C4C-8050-402427D82261}" destId="{359C24AE-CCED-4137-B320-BC2B5BFD089E}" srcOrd="0" destOrd="0" presId="urn:microsoft.com/office/officeart/2016/7/layout/LinearArrowProcessNumbered"/>
    <dgm:cxn modelId="{B585708B-5210-4E0E-BBB6-560A1C0205F6}" type="presOf" srcId="{EB387C6E-1301-4D15-9C3E-04F71F996538}" destId="{D3518D28-1775-4073-A240-43C9C7A77960}" srcOrd="0" destOrd="0" presId="urn:microsoft.com/office/officeart/2016/7/layout/LinearArrowProcessNumbered"/>
    <dgm:cxn modelId="{A879A7A4-1B32-4FCC-80EA-72F4076EFC95}" type="presOf" srcId="{61A71B66-62A1-4178-8ECF-B01397CEF5D5}" destId="{9662B99B-D152-4B83-948A-939BD8CB9542}" srcOrd="0" destOrd="0" presId="urn:microsoft.com/office/officeart/2016/7/layout/LinearArrowProcessNumbered"/>
    <dgm:cxn modelId="{42543CBB-56E7-4100-9D96-E85B8D470923}" type="presOf" srcId="{A925A460-8747-45EC-A9D9-9CF775C1D8E9}" destId="{70DCAF96-4839-4BD3-88CA-F6D4A64079DD}" srcOrd="0" destOrd="0" presId="urn:microsoft.com/office/officeart/2016/7/layout/LinearArrowProcessNumbered"/>
    <dgm:cxn modelId="{9EBDE0F2-B14E-4F99-BF00-8A602A5C4212}" type="presOf" srcId="{7A0A35E4-B4BF-46E6-9EEF-5767663B75C9}" destId="{B53B0BC2-EDAE-4765-9603-DC98F7DBBF83}" srcOrd="0" destOrd="0" presId="urn:microsoft.com/office/officeart/2016/7/layout/LinearArrowProcessNumbered"/>
    <dgm:cxn modelId="{A68F76F7-A6CD-483D-989E-83421176499F}" type="presOf" srcId="{7EE82CEF-10BF-4CD6-96BA-FF16351C8EB5}" destId="{65EC0AD6-CA2D-4B5B-BF99-CEDD22763B0B}" srcOrd="0" destOrd="0" presId="urn:microsoft.com/office/officeart/2016/7/layout/LinearArrowProcessNumbered"/>
    <dgm:cxn modelId="{C27CC9FE-E4A3-4EF5-B5DE-A9D209AB6800}" srcId="{EAA27F65-9105-4663-95AC-E3882B786646}" destId="{0C8AB2C9-B484-45D5-96FB-9346FD3075AB}" srcOrd="2" destOrd="0" parTransId="{988A1B53-56CA-41C6-B17B-AD370D40CC7F}" sibTransId="{7E2F633B-84C4-4496-864E-0F256E0D511F}"/>
    <dgm:cxn modelId="{A0CCD90C-D12F-49BE-B2AF-11AB4F0C9EB7}" type="presParOf" srcId="{C2B9AFED-1557-4731-AA26-58F902B518F4}" destId="{D61252C8-F9AB-4EBD-AA1D-87C52C217111}" srcOrd="0" destOrd="0" presId="urn:microsoft.com/office/officeart/2016/7/layout/LinearArrowProcessNumbered"/>
    <dgm:cxn modelId="{3726B1C0-4DFE-429C-98DE-8B89CDEC2DE3}" type="presParOf" srcId="{D61252C8-F9AB-4EBD-AA1D-87C52C217111}" destId="{6EC9AB02-56E7-44A1-BD90-706463A7CA0F}" srcOrd="0" destOrd="0" presId="urn:microsoft.com/office/officeart/2016/7/layout/LinearArrowProcessNumbered"/>
    <dgm:cxn modelId="{DCCAB2BF-8FEC-4DD9-95F1-9EE6F12CEC2A}" type="presParOf" srcId="{D61252C8-F9AB-4EBD-AA1D-87C52C217111}" destId="{A0FB8F06-7113-4926-AEFE-8105954F3E7A}" srcOrd="1" destOrd="0" presId="urn:microsoft.com/office/officeart/2016/7/layout/LinearArrowProcessNumbered"/>
    <dgm:cxn modelId="{5C7EC0D1-1909-4BE3-8148-E77CC33BE07D}" type="presParOf" srcId="{A0FB8F06-7113-4926-AEFE-8105954F3E7A}" destId="{DD2F4C77-AC91-4AFE-A88C-CCDA1AD44017}" srcOrd="0" destOrd="0" presId="urn:microsoft.com/office/officeart/2016/7/layout/LinearArrowProcessNumbered"/>
    <dgm:cxn modelId="{9459992C-1AED-4A4F-BA8B-9AB417F8490F}" type="presParOf" srcId="{A0FB8F06-7113-4926-AEFE-8105954F3E7A}" destId="{908A0AE6-3618-4B83-A203-9EFB9C1AEC79}" srcOrd="1" destOrd="0" presId="urn:microsoft.com/office/officeart/2016/7/layout/LinearArrowProcessNumbered"/>
    <dgm:cxn modelId="{6714BE05-2DB8-4010-8C2A-37555F2144BF}" type="presParOf" srcId="{A0FB8F06-7113-4926-AEFE-8105954F3E7A}" destId="{9662B99B-D152-4B83-948A-939BD8CB9542}" srcOrd="2" destOrd="0" presId="urn:microsoft.com/office/officeart/2016/7/layout/LinearArrowProcessNumbered"/>
    <dgm:cxn modelId="{3FFD54CA-40DE-4104-A03D-97D933E0BB4E}" type="presParOf" srcId="{A0FB8F06-7113-4926-AEFE-8105954F3E7A}" destId="{2F46FA86-A77A-4171-BA30-15D69CDEAD6F}" srcOrd="3" destOrd="0" presId="urn:microsoft.com/office/officeart/2016/7/layout/LinearArrowProcessNumbered"/>
    <dgm:cxn modelId="{B249BCE6-6C08-4275-B0BA-6340C6164ABB}" type="presParOf" srcId="{D61252C8-F9AB-4EBD-AA1D-87C52C217111}" destId="{359C24AE-CCED-4137-B320-BC2B5BFD089E}" srcOrd="2" destOrd="0" presId="urn:microsoft.com/office/officeart/2016/7/layout/LinearArrowProcessNumbered"/>
    <dgm:cxn modelId="{FB34D98D-FDA6-4A7E-B0C1-E9EBEE771A1E}" type="presParOf" srcId="{C2B9AFED-1557-4731-AA26-58F902B518F4}" destId="{D32FEAF6-B4D1-4D2F-B7E0-B6A580BC1BD2}" srcOrd="1" destOrd="0" presId="urn:microsoft.com/office/officeart/2016/7/layout/LinearArrowProcessNumbered"/>
    <dgm:cxn modelId="{EED54426-FF90-45E1-89CA-58B004FE4764}" type="presParOf" srcId="{C2B9AFED-1557-4731-AA26-58F902B518F4}" destId="{4BE631D7-9E2F-463F-98AC-B191F0506537}" srcOrd="2" destOrd="0" presId="urn:microsoft.com/office/officeart/2016/7/layout/LinearArrowProcessNumbered"/>
    <dgm:cxn modelId="{3A340F95-DFFE-4D8D-8B9A-37EFA30C2644}" type="presParOf" srcId="{4BE631D7-9E2F-463F-98AC-B191F0506537}" destId="{12AFE518-37A5-4404-AD2E-3FBAF865F7DA}" srcOrd="0" destOrd="0" presId="urn:microsoft.com/office/officeart/2016/7/layout/LinearArrowProcessNumbered"/>
    <dgm:cxn modelId="{9995DBA6-2CF0-4D10-9720-BDBF2D906626}" type="presParOf" srcId="{4BE631D7-9E2F-463F-98AC-B191F0506537}" destId="{FBCDA3FF-C6E1-4EA6-962F-F0A3A6504FB2}" srcOrd="1" destOrd="0" presId="urn:microsoft.com/office/officeart/2016/7/layout/LinearArrowProcessNumbered"/>
    <dgm:cxn modelId="{AF2AFB37-70C4-428F-9808-ED64ABC02D07}" type="presParOf" srcId="{FBCDA3FF-C6E1-4EA6-962F-F0A3A6504FB2}" destId="{38347783-A392-4E45-80C9-FDED5BAD613B}" srcOrd="0" destOrd="0" presId="urn:microsoft.com/office/officeart/2016/7/layout/LinearArrowProcessNumbered"/>
    <dgm:cxn modelId="{FB722355-7D17-4CBC-9187-9B5D48D96C3C}" type="presParOf" srcId="{FBCDA3FF-C6E1-4EA6-962F-F0A3A6504FB2}" destId="{613316FE-89F9-4BB1-887A-307A0FC50D8C}" srcOrd="1" destOrd="0" presId="urn:microsoft.com/office/officeart/2016/7/layout/LinearArrowProcessNumbered"/>
    <dgm:cxn modelId="{2A7A3BF2-4A3D-4AA1-A55A-B3C95DAB3D84}" type="presParOf" srcId="{FBCDA3FF-C6E1-4EA6-962F-F0A3A6504FB2}" destId="{48D2A230-5B08-4446-A168-9D27D6EB28CB}" srcOrd="2" destOrd="0" presId="urn:microsoft.com/office/officeart/2016/7/layout/LinearArrowProcessNumbered"/>
    <dgm:cxn modelId="{30EAD3CC-5927-4345-92D2-FEB22015D109}" type="presParOf" srcId="{FBCDA3FF-C6E1-4EA6-962F-F0A3A6504FB2}" destId="{1095B38B-F9FE-4CFA-9DEA-A9B1565A0872}" srcOrd="3" destOrd="0" presId="urn:microsoft.com/office/officeart/2016/7/layout/LinearArrowProcessNumbered"/>
    <dgm:cxn modelId="{B3D1C8CA-4528-44C0-8819-AF2BC0540556}" type="presParOf" srcId="{4BE631D7-9E2F-463F-98AC-B191F0506537}" destId="{D3518D28-1775-4073-A240-43C9C7A77960}" srcOrd="2" destOrd="0" presId="urn:microsoft.com/office/officeart/2016/7/layout/LinearArrowProcessNumbered"/>
    <dgm:cxn modelId="{475551B4-C386-4B75-AA56-9B2E3BA32EDF}" type="presParOf" srcId="{C2B9AFED-1557-4731-AA26-58F902B518F4}" destId="{5674CD3D-EAFF-49C7-9777-519B66B09A35}" srcOrd="3" destOrd="0" presId="urn:microsoft.com/office/officeart/2016/7/layout/LinearArrowProcessNumbered"/>
    <dgm:cxn modelId="{3A2F236A-26A6-49D5-A5EC-EE60E1CF54DC}" type="presParOf" srcId="{C2B9AFED-1557-4731-AA26-58F902B518F4}" destId="{D27D0837-8A0F-4747-BB32-E66BA0438927}" srcOrd="4" destOrd="0" presId="urn:microsoft.com/office/officeart/2016/7/layout/LinearArrowProcessNumbered"/>
    <dgm:cxn modelId="{7C0F185D-F48F-4CEF-A13F-456A46E959C5}" type="presParOf" srcId="{D27D0837-8A0F-4747-BB32-E66BA0438927}" destId="{29743076-941E-4F4A-A501-385B9310BC48}" srcOrd="0" destOrd="0" presId="urn:microsoft.com/office/officeart/2016/7/layout/LinearArrowProcessNumbered"/>
    <dgm:cxn modelId="{63F8A25E-0879-4C45-8162-204462B33867}" type="presParOf" srcId="{D27D0837-8A0F-4747-BB32-E66BA0438927}" destId="{0C102BD9-2896-416C-AF2E-D46E794A1D57}" srcOrd="1" destOrd="0" presId="urn:microsoft.com/office/officeart/2016/7/layout/LinearArrowProcessNumbered"/>
    <dgm:cxn modelId="{DC97871D-3299-46F4-9AF5-5F6365DE23DE}" type="presParOf" srcId="{0C102BD9-2896-416C-AF2E-D46E794A1D57}" destId="{8A30911C-47EB-441B-9F70-AC8230606FD8}" srcOrd="0" destOrd="0" presId="urn:microsoft.com/office/officeart/2016/7/layout/LinearArrowProcessNumbered"/>
    <dgm:cxn modelId="{04B93627-4737-4658-B74F-05FF96961671}" type="presParOf" srcId="{0C102BD9-2896-416C-AF2E-D46E794A1D57}" destId="{EBDF8C7C-B931-4744-8BF7-BA7FDDBD17A5}" srcOrd="1" destOrd="0" presId="urn:microsoft.com/office/officeart/2016/7/layout/LinearArrowProcessNumbered"/>
    <dgm:cxn modelId="{1E138CA8-34FE-4E0C-925E-852D304B8D1B}" type="presParOf" srcId="{0C102BD9-2896-416C-AF2E-D46E794A1D57}" destId="{2EDEC343-5D8B-49CC-B1F5-175DB0C33546}" srcOrd="2" destOrd="0" presId="urn:microsoft.com/office/officeart/2016/7/layout/LinearArrowProcessNumbered"/>
    <dgm:cxn modelId="{5B4DF2AE-36E3-4578-99EE-DED6A2F65705}" type="presParOf" srcId="{0C102BD9-2896-416C-AF2E-D46E794A1D57}" destId="{A90938CE-73B9-4DB1-A8E7-B6C89EF310DB}" srcOrd="3" destOrd="0" presId="urn:microsoft.com/office/officeart/2016/7/layout/LinearArrowProcessNumbered"/>
    <dgm:cxn modelId="{11067B2F-DCB4-4393-A206-1D7DC17039F9}" type="presParOf" srcId="{D27D0837-8A0F-4747-BB32-E66BA0438927}" destId="{D9040F45-96D0-462C-8F30-DA0767EB9251}" srcOrd="2" destOrd="0" presId="urn:microsoft.com/office/officeart/2016/7/layout/LinearArrowProcessNumbered"/>
    <dgm:cxn modelId="{8B5FD4F0-75DB-4440-95E0-00812B79D3BC}" type="presParOf" srcId="{C2B9AFED-1557-4731-AA26-58F902B518F4}" destId="{D4ABD26E-F1A8-4269-BDFF-14D486CC51D0}" srcOrd="5" destOrd="0" presId="urn:microsoft.com/office/officeart/2016/7/layout/LinearArrowProcessNumbered"/>
    <dgm:cxn modelId="{B4AC94CF-23B6-42DD-A86F-C0F3CA15400F}" type="presParOf" srcId="{C2B9AFED-1557-4731-AA26-58F902B518F4}" destId="{41A30541-355D-424B-B3C4-6B738A937D1F}" srcOrd="6" destOrd="0" presId="urn:microsoft.com/office/officeart/2016/7/layout/LinearArrowProcessNumbered"/>
    <dgm:cxn modelId="{35BD310A-CB46-47A5-B415-E71BB80C83B3}" type="presParOf" srcId="{41A30541-355D-424B-B3C4-6B738A937D1F}" destId="{337F74E0-14B7-4736-8E59-B85865CF856C}" srcOrd="0" destOrd="0" presId="urn:microsoft.com/office/officeart/2016/7/layout/LinearArrowProcessNumbered"/>
    <dgm:cxn modelId="{3491BD4F-77E1-4832-95A2-57E6BD4EA850}" type="presParOf" srcId="{41A30541-355D-424B-B3C4-6B738A937D1F}" destId="{6B410E3F-900D-4AA4-A453-5DDE80F7A231}" srcOrd="1" destOrd="0" presId="urn:microsoft.com/office/officeart/2016/7/layout/LinearArrowProcessNumbered"/>
    <dgm:cxn modelId="{783D6108-3109-44A6-8F0F-DAB383246498}" type="presParOf" srcId="{6B410E3F-900D-4AA4-A453-5DDE80F7A231}" destId="{EEFAE24D-994F-4089-8AA4-EA32AEA13425}" srcOrd="0" destOrd="0" presId="urn:microsoft.com/office/officeart/2016/7/layout/LinearArrowProcessNumbered"/>
    <dgm:cxn modelId="{5FD23A02-0610-4CDC-83DD-43F55683F891}" type="presParOf" srcId="{6B410E3F-900D-4AA4-A453-5DDE80F7A231}" destId="{603C1B6A-922A-4BAE-B2C2-A05E073E7A06}" srcOrd="1" destOrd="0" presId="urn:microsoft.com/office/officeart/2016/7/layout/LinearArrowProcessNumbered"/>
    <dgm:cxn modelId="{63DBF67C-2FEC-46AC-9614-FE51546A60DF}" type="presParOf" srcId="{6B410E3F-900D-4AA4-A453-5DDE80F7A231}" destId="{65EC0AD6-CA2D-4B5B-BF99-CEDD22763B0B}" srcOrd="2" destOrd="0" presId="urn:microsoft.com/office/officeart/2016/7/layout/LinearArrowProcessNumbered"/>
    <dgm:cxn modelId="{ABE461D3-92FA-4E08-BFFB-ADB1241A21AE}" type="presParOf" srcId="{6B410E3F-900D-4AA4-A453-5DDE80F7A231}" destId="{A8F92050-EF0C-41C5-AEEE-7760EC42C4FE}" srcOrd="3" destOrd="0" presId="urn:microsoft.com/office/officeart/2016/7/layout/LinearArrowProcessNumbered"/>
    <dgm:cxn modelId="{6689ECDD-A0FD-4C2F-AB7D-D8AAD98E43CC}" type="presParOf" srcId="{41A30541-355D-424B-B3C4-6B738A937D1F}" destId="{4465E4E7-DF15-4D51-BBEF-1AB2DC8F5981}" srcOrd="2" destOrd="0" presId="urn:microsoft.com/office/officeart/2016/7/layout/LinearArrowProcessNumbered"/>
    <dgm:cxn modelId="{EB8F567A-8B6F-4BF4-B8E7-2877E877D9B9}" type="presParOf" srcId="{C2B9AFED-1557-4731-AA26-58F902B518F4}" destId="{4C5B6BB6-BFAF-41C1-9D57-A54081AD5378}" srcOrd="7" destOrd="0" presId="urn:microsoft.com/office/officeart/2016/7/layout/LinearArrowProcessNumbered"/>
    <dgm:cxn modelId="{1945230C-3D4C-4088-8721-063DECCA8C66}" type="presParOf" srcId="{C2B9AFED-1557-4731-AA26-58F902B518F4}" destId="{F77233AE-EC3B-4124-9978-B4334F740147}" srcOrd="8" destOrd="0" presId="urn:microsoft.com/office/officeart/2016/7/layout/LinearArrowProcessNumbered"/>
    <dgm:cxn modelId="{5FE79B4F-79B6-484D-9457-834B1DE4CC91}" type="presParOf" srcId="{F77233AE-EC3B-4124-9978-B4334F740147}" destId="{2BB97D8B-64A6-45C0-8A13-1723B57381CE}" srcOrd="0" destOrd="0" presId="urn:microsoft.com/office/officeart/2016/7/layout/LinearArrowProcessNumbered"/>
    <dgm:cxn modelId="{8D4B9145-D97E-49C3-9C04-B8B46958E7F2}" type="presParOf" srcId="{F77233AE-EC3B-4124-9978-B4334F740147}" destId="{90FD8717-487F-4D96-B556-8F21605A9F97}" srcOrd="1" destOrd="0" presId="urn:microsoft.com/office/officeart/2016/7/layout/LinearArrowProcessNumbered"/>
    <dgm:cxn modelId="{9E18167C-148A-4BEB-95F0-CF04AD347DAF}" type="presParOf" srcId="{90FD8717-487F-4D96-B556-8F21605A9F97}" destId="{0E749E32-4876-4A7C-BECF-597D94AADDFF}" srcOrd="0" destOrd="0" presId="urn:microsoft.com/office/officeart/2016/7/layout/LinearArrowProcessNumbered"/>
    <dgm:cxn modelId="{1F408E2D-2AE8-4B58-8916-EB8D6237D1EC}" type="presParOf" srcId="{90FD8717-487F-4D96-B556-8F21605A9F97}" destId="{ED67065F-E6A8-47FD-9E10-5AFA3F579B33}" srcOrd="1" destOrd="0" presId="urn:microsoft.com/office/officeart/2016/7/layout/LinearArrowProcessNumbered"/>
    <dgm:cxn modelId="{D063A222-F7B0-45AA-A757-0E3683404CFA}" type="presParOf" srcId="{90FD8717-487F-4D96-B556-8F21605A9F97}" destId="{B53B0BC2-EDAE-4765-9603-DC98F7DBBF83}" srcOrd="2" destOrd="0" presId="urn:microsoft.com/office/officeart/2016/7/layout/LinearArrowProcessNumbered"/>
    <dgm:cxn modelId="{C1C2188B-5111-4320-BB0D-241FA9927008}" type="presParOf" srcId="{90FD8717-487F-4D96-B556-8F21605A9F97}" destId="{1C604603-E54A-453B-B7E0-0011F6428A2B}" srcOrd="3" destOrd="0" presId="urn:microsoft.com/office/officeart/2016/7/layout/LinearArrowProcessNumbered"/>
    <dgm:cxn modelId="{3490B7D0-2A1C-4844-9BA5-9FB0D82674D7}" type="presParOf" srcId="{F77233AE-EC3B-4124-9978-B4334F740147}" destId="{98C66939-C52F-48B2-B758-0E0EE98FA847}" srcOrd="2" destOrd="0" presId="urn:microsoft.com/office/officeart/2016/7/layout/LinearArrowProcessNumbered"/>
    <dgm:cxn modelId="{4805C187-1BEE-4C01-8A39-CAD2992A09C9}" type="presParOf" srcId="{C2B9AFED-1557-4731-AA26-58F902B518F4}" destId="{24EC31E4-510F-48A7-9062-82360749400B}" srcOrd="9" destOrd="0" presId="urn:microsoft.com/office/officeart/2016/7/layout/LinearArrowProcessNumbered"/>
    <dgm:cxn modelId="{EA2DE02F-3FF3-4282-AEBE-3E9C2B4867B5}" type="presParOf" srcId="{C2B9AFED-1557-4731-AA26-58F902B518F4}" destId="{6EAA2D33-5A49-4350-821E-404679261EB0}" srcOrd="10" destOrd="0" presId="urn:microsoft.com/office/officeart/2016/7/layout/LinearArrowProcessNumbered"/>
    <dgm:cxn modelId="{24C32F7E-94C3-4A46-BA09-6B7743CDD3F7}" type="presParOf" srcId="{6EAA2D33-5A49-4350-821E-404679261EB0}" destId="{C6A613F9-891B-4484-B188-270F7EF2AADD}" srcOrd="0" destOrd="0" presId="urn:microsoft.com/office/officeart/2016/7/layout/LinearArrowProcessNumbered"/>
    <dgm:cxn modelId="{334FE639-A7B0-42BA-AD1D-3715389F637B}" type="presParOf" srcId="{6EAA2D33-5A49-4350-821E-404679261EB0}" destId="{2A6D44AF-2A6F-4D17-83D1-96820D511882}" srcOrd="1" destOrd="0" presId="urn:microsoft.com/office/officeart/2016/7/layout/LinearArrowProcessNumbered"/>
    <dgm:cxn modelId="{62E9A849-9AEE-40F2-9BDE-6E40263985E2}" type="presParOf" srcId="{2A6D44AF-2A6F-4D17-83D1-96820D511882}" destId="{2AAA8E33-86FA-4597-B9C1-BB65F5D4FE16}" srcOrd="0" destOrd="0" presId="urn:microsoft.com/office/officeart/2016/7/layout/LinearArrowProcessNumbered"/>
    <dgm:cxn modelId="{6723AE5A-63EC-411A-841C-C99527E8A70B}" type="presParOf" srcId="{2A6D44AF-2A6F-4D17-83D1-96820D511882}" destId="{04D4A2BC-90BE-45BB-AE4C-F39FCDC109C3}" srcOrd="1" destOrd="0" presId="urn:microsoft.com/office/officeart/2016/7/layout/LinearArrowProcessNumbered"/>
    <dgm:cxn modelId="{8427CB8D-0B33-47FF-9268-49F977EDBA14}" type="presParOf" srcId="{2A6D44AF-2A6F-4D17-83D1-96820D511882}" destId="{B07B9CAF-4AE8-4707-8C3C-031DF7796980}" srcOrd="2" destOrd="0" presId="urn:microsoft.com/office/officeart/2016/7/layout/LinearArrowProcessNumbered"/>
    <dgm:cxn modelId="{8F3A47F0-DD05-495F-B54B-F4583F2C6EB5}" type="presParOf" srcId="{2A6D44AF-2A6F-4D17-83D1-96820D511882}" destId="{F63E8C35-5D37-44D3-8A98-F31855C9E576}" srcOrd="3" destOrd="0" presId="urn:microsoft.com/office/officeart/2016/7/layout/LinearArrowProcessNumbered"/>
    <dgm:cxn modelId="{173D926E-02C7-44F1-BEF1-B5F424085A3E}" type="presParOf" srcId="{6EAA2D33-5A49-4350-821E-404679261EB0}" destId="{70DCAF96-4839-4BD3-88CA-F6D4A64079DD}"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57F5A2-3011-41D9-A81F-217F78D543F3}"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E4E9D60F-A8FA-4244-A44B-C90A1EE8883B}">
      <dgm:prSet/>
      <dgm:spPr/>
      <dgm:t>
        <a:bodyPr/>
        <a:lstStyle/>
        <a:p>
          <a:r>
            <a:rPr lang="en-US" b="1" i="0" dirty="0"/>
            <a:t>Database:</a:t>
          </a:r>
          <a:endParaRPr lang="en-US" dirty="0"/>
        </a:p>
      </dgm:t>
    </dgm:pt>
    <dgm:pt modelId="{2EDE2D85-C1DD-4D75-9B84-139621B698B1}" type="parTrans" cxnId="{DA837442-96DF-4173-9151-EE6A6FB7E184}">
      <dgm:prSet/>
      <dgm:spPr/>
      <dgm:t>
        <a:bodyPr/>
        <a:lstStyle/>
        <a:p>
          <a:endParaRPr lang="en-US"/>
        </a:p>
      </dgm:t>
    </dgm:pt>
    <dgm:pt modelId="{84A967A9-88A8-4EB3-9BE8-8D76085F488C}" type="sibTrans" cxnId="{DA837442-96DF-4173-9151-EE6A6FB7E184}">
      <dgm:prSet/>
      <dgm:spPr/>
      <dgm:t>
        <a:bodyPr/>
        <a:lstStyle/>
        <a:p>
          <a:endParaRPr lang="en-US"/>
        </a:p>
      </dgm:t>
    </dgm:pt>
    <dgm:pt modelId="{EB06D6E9-FCB5-41B0-BEE1-7E1982DA4392}">
      <dgm:prSet/>
      <dgm:spPr/>
      <dgm:t>
        <a:bodyPr/>
        <a:lstStyle/>
        <a:p>
          <a:r>
            <a:rPr lang="en-US" b="0" i="0" dirty="0">
              <a:latin typeface="ADLaM Display" panose="02010000000000000000" pitchFamily="2" charset="0"/>
              <a:ea typeface="ADLaM Display" panose="02010000000000000000" pitchFamily="2" charset="0"/>
              <a:cs typeface="ADLaM Display" panose="02010000000000000000" pitchFamily="2" charset="0"/>
            </a:rPr>
            <a:t>A local database stores saved recipes and pantry lists, enabling offline access and quick retrieval for the Personal Cookbook and Pantry &amp; Grocery Helper features.</a:t>
          </a:r>
          <a:endParaRPr lang="en-US" dirty="0">
            <a:latin typeface="ADLaM Display" panose="02010000000000000000" pitchFamily="2" charset="0"/>
            <a:ea typeface="ADLaM Display" panose="02010000000000000000" pitchFamily="2" charset="0"/>
            <a:cs typeface="ADLaM Display" panose="02010000000000000000" pitchFamily="2" charset="0"/>
          </a:endParaRPr>
        </a:p>
      </dgm:t>
    </dgm:pt>
    <dgm:pt modelId="{F75F6382-550F-4B04-A6AC-6E516B6C3CAB}" type="parTrans" cxnId="{8A648FD9-F93C-4A77-B1E2-1CA403B30600}">
      <dgm:prSet/>
      <dgm:spPr/>
      <dgm:t>
        <a:bodyPr/>
        <a:lstStyle/>
        <a:p>
          <a:endParaRPr lang="en-US"/>
        </a:p>
      </dgm:t>
    </dgm:pt>
    <dgm:pt modelId="{E02D9981-BF06-4C13-B811-F2629EFCDDD9}" type="sibTrans" cxnId="{8A648FD9-F93C-4A77-B1E2-1CA403B30600}">
      <dgm:prSet/>
      <dgm:spPr/>
      <dgm:t>
        <a:bodyPr/>
        <a:lstStyle/>
        <a:p>
          <a:endParaRPr lang="en-US"/>
        </a:p>
      </dgm:t>
    </dgm:pt>
    <dgm:pt modelId="{817595E4-CB8A-4BA6-8A30-C2A9C65CCDE1}">
      <dgm:prSet/>
      <dgm:spPr/>
      <dgm:t>
        <a:bodyPr/>
        <a:lstStyle/>
        <a:p>
          <a:r>
            <a:rPr lang="en-US" b="1" i="0"/>
            <a:t>API：</a:t>
          </a:r>
          <a:endParaRPr lang="en-US"/>
        </a:p>
      </dgm:t>
    </dgm:pt>
    <dgm:pt modelId="{88B4F866-6661-4D55-A25E-BDF338761EE2}" type="parTrans" cxnId="{938A26D5-496A-473E-876D-1D52CF555B01}">
      <dgm:prSet/>
      <dgm:spPr/>
      <dgm:t>
        <a:bodyPr/>
        <a:lstStyle/>
        <a:p>
          <a:endParaRPr lang="en-US"/>
        </a:p>
      </dgm:t>
    </dgm:pt>
    <dgm:pt modelId="{D65BE676-A505-4385-A71C-71D2B156A4BA}" type="sibTrans" cxnId="{938A26D5-496A-473E-876D-1D52CF555B01}">
      <dgm:prSet/>
      <dgm:spPr/>
      <dgm:t>
        <a:bodyPr/>
        <a:lstStyle/>
        <a:p>
          <a:endParaRPr lang="en-US"/>
        </a:p>
      </dgm:t>
    </dgm:pt>
    <dgm:pt modelId="{4CF30E27-41AC-4230-9761-EB27906A1C74}">
      <dgm:prSet/>
      <dgm:spPr/>
      <dgm:t>
        <a:bodyPr/>
        <a:lstStyle/>
        <a:p>
          <a:r>
            <a:rPr lang="en-US" b="0" i="0" dirty="0">
              <a:latin typeface="ADLaM Display" panose="02010000000000000000" pitchFamily="2" charset="0"/>
              <a:ea typeface="ADLaM Display" panose="02010000000000000000" pitchFamily="2" charset="0"/>
              <a:cs typeface="ADLaM Display" panose="02010000000000000000" pitchFamily="2" charset="0"/>
            </a:rPr>
            <a:t>Integrates with the </a:t>
          </a:r>
          <a:r>
            <a:rPr lang="en-US" b="0" i="0" dirty="0" err="1">
              <a:latin typeface="ADLaM Display" panose="02010000000000000000" pitchFamily="2" charset="0"/>
              <a:ea typeface="ADLaM Display" panose="02010000000000000000" pitchFamily="2" charset="0"/>
              <a:cs typeface="ADLaM Display" panose="02010000000000000000" pitchFamily="2" charset="0"/>
            </a:rPr>
            <a:t>Edamam</a:t>
          </a:r>
          <a:r>
            <a:rPr lang="en-US" b="0" i="0" dirty="0">
              <a:latin typeface="ADLaM Display" panose="02010000000000000000" pitchFamily="2" charset="0"/>
              <a:ea typeface="ADLaM Display" panose="02010000000000000000" pitchFamily="2" charset="0"/>
              <a:cs typeface="ADLaM Display" panose="02010000000000000000" pitchFamily="2" charset="0"/>
            </a:rPr>
            <a:t> Recipe API </a:t>
          </a:r>
          <a:r>
            <a:rPr lang="en-US" b="0" i="0" u="sng" dirty="0" err="1">
              <a:latin typeface="ADLaM Display" panose="02010000000000000000" pitchFamily="2" charset="0"/>
              <a:ea typeface="ADLaM Display" panose="02010000000000000000" pitchFamily="2" charset="0"/>
              <a:cs typeface="ADLaM Display" panose="02010000000000000000" pitchFamily="2" charset="0"/>
              <a:hlinkClick xmlns:r="http://schemas.openxmlformats.org/officeDocument/2006/relationships" r:id="rId1"/>
            </a:rPr>
            <a:t>Edamam</a:t>
          </a:r>
          <a:r>
            <a:rPr lang="en-US" b="0" i="0" u="sng" dirty="0">
              <a:latin typeface="ADLaM Display" panose="02010000000000000000" pitchFamily="2" charset="0"/>
              <a:ea typeface="ADLaM Display" panose="02010000000000000000" pitchFamily="2" charset="0"/>
              <a:cs typeface="ADLaM Display" panose="02010000000000000000" pitchFamily="2" charset="0"/>
              <a:hlinkClick xmlns:r="http://schemas.openxmlformats.org/officeDocument/2006/relationships" r:id="rId1"/>
            </a:rPr>
            <a:t> Recipe </a:t>
          </a:r>
          <a:r>
            <a:rPr lang="en-US" b="0" i="0" u="sng" dirty="0" err="1">
              <a:latin typeface="ADLaM Display" panose="02010000000000000000" pitchFamily="2" charset="0"/>
              <a:ea typeface="ADLaM Display" panose="02010000000000000000" pitchFamily="2" charset="0"/>
              <a:cs typeface="ADLaM Display" panose="02010000000000000000" pitchFamily="2" charset="0"/>
              <a:hlinkClick xmlns:r="http://schemas.openxmlformats.org/officeDocument/2006/relationships" r:id="rId1"/>
            </a:rPr>
            <a:t>API</a:t>
          </a:r>
          <a:r>
            <a:rPr lang="en-US" b="0" i="0" dirty="0" err="1">
              <a:latin typeface="ADLaM Display" panose="02010000000000000000" pitchFamily="2" charset="0"/>
              <a:ea typeface="ADLaM Display" panose="02010000000000000000" pitchFamily="2" charset="0"/>
              <a:cs typeface="ADLaM Display" panose="02010000000000000000" pitchFamily="2" charset="0"/>
            </a:rPr>
            <a:t>to</a:t>
          </a:r>
          <a:r>
            <a:rPr lang="en-US" b="0" i="0" dirty="0">
              <a:latin typeface="ADLaM Display" panose="02010000000000000000" pitchFamily="2" charset="0"/>
              <a:ea typeface="ADLaM Display" panose="02010000000000000000" pitchFamily="2" charset="0"/>
              <a:cs typeface="ADLaM Display" panose="02010000000000000000" pitchFamily="2" charset="0"/>
            </a:rPr>
            <a:t> fetch recipes based on user-entered ingredients.</a:t>
          </a:r>
          <a:endParaRPr lang="en-US" dirty="0">
            <a:latin typeface="ADLaM Display" panose="02010000000000000000" pitchFamily="2" charset="0"/>
            <a:ea typeface="ADLaM Display" panose="02010000000000000000" pitchFamily="2" charset="0"/>
            <a:cs typeface="ADLaM Display" panose="02010000000000000000" pitchFamily="2" charset="0"/>
          </a:endParaRPr>
        </a:p>
      </dgm:t>
    </dgm:pt>
    <dgm:pt modelId="{FF1E8DBF-2991-4D25-B618-2DEC89201F0B}" type="parTrans" cxnId="{474B827F-06BC-4DE5-A95F-A8D82EEF89AE}">
      <dgm:prSet/>
      <dgm:spPr/>
      <dgm:t>
        <a:bodyPr/>
        <a:lstStyle/>
        <a:p>
          <a:endParaRPr lang="en-US"/>
        </a:p>
      </dgm:t>
    </dgm:pt>
    <dgm:pt modelId="{CF0C1D6C-476B-4CAA-9DA3-E03C6A4B2E0F}" type="sibTrans" cxnId="{474B827F-06BC-4DE5-A95F-A8D82EEF89AE}">
      <dgm:prSet/>
      <dgm:spPr/>
      <dgm:t>
        <a:bodyPr/>
        <a:lstStyle/>
        <a:p>
          <a:endParaRPr lang="en-US"/>
        </a:p>
      </dgm:t>
    </dgm:pt>
    <dgm:pt modelId="{98CD2B6F-DD41-4A64-A785-C5BF5395E85E}">
      <dgm:prSet/>
      <dgm:spPr/>
      <dgm:t>
        <a:bodyPr/>
        <a:lstStyle/>
        <a:p>
          <a:r>
            <a:rPr lang="en-US" b="1" i="0"/>
            <a:t>Sensors:</a:t>
          </a:r>
          <a:endParaRPr lang="en-US"/>
        </a:p>
      </dgm:t>
    </dgm:pt>
    <dgm:pt modelId="{6B1BB556-124A-4C02-90E5-FDBBEB09EA1E}" type="parTrans" cxnId="{A73E019B-B821-41B8-9C6B-914D6956EA20}">
      <dgm:prSet/>
      <dgm:spPr/>
      <dgm:t>
        <a:bodyPr/>
        <a:lstStyle/>
        <a:p>
          <a:endParaRPr lang="en-US"/>
        </a:p>
      </dgm:t>
    </dgm:pt>
    <dgm:pt modelId="{EB36F8F5-41EF-40EB-8285-EA64FBEE1EB5}" type="sibTrans" cxnId="{A73E019B-B821-41B8-9C6B-914D6956EA20}">
      <dgm:prSet/>
      <dgm:spPr/>
      <dgm:t>
        <a:bodyPr/>
        <a:lstStyle/>
        <a:p>
          <a:endParaRPr lang="en-US"/>
        </a:p>
      </dgm:t>
    </dgm:pt>
    <dgm:pt modelId="{13AC43F6-FB17-4BB0-AC2D-01DE5596B0B7}">
      <dgm:prSet/>
      <dgm:spPr/>
      <dgm:t>
        <a:bodyPr/>
        <a:lstStyle/>
        <a:p>
          <a:r>
            <a:rPr lang="en-US" b="1" i="0">
              <a:latin typeface="ADLaM Display" panose="02010000000000000000" pitchFamily="2" charset="0"/>
              <a:ea typeface="ADLaM Display" panose="02010000000000000000" pitchFamily="2" charset="0"/>
              <a:cs typeface="ADLaM Display" panose="02010000000000000000" pitchFamily="2" charset="0"/>
            </a:rPr>
            <a:t>Accelerometer:</a:t>
          </a:r>
          <a:r>
            <a:rPr lang="en-US" b="0" i="0">
              <a:latin typeface="ADLaM Display" panose="02010000000000000000" pitchFamily="2" charset="0"/>
              <a:ea typeface="ADLaM Display" panose="02010000000000000000" pitchFamily="2" charset="0"/>
              <a:cs typeface="ADLaM Display" panose="02010000000000000000" pitchFamily="2" charset="0"/>
            </a:rPr>
            <a:t> Detects phone shakes to trigger the "Shake for Surprise" feature.</a:t>
          </a:r>
          <a:endParaRPr lang="en-US">
            <a:latin typeface="ADLaM Display" panose="02010000000000000000" pitchFamily="2" charset="0"/>
            <a:ea typeface="ADLaM Display" panose="02010000000000000000" pitchFamily="2" charset="0"/>
            <a:cs typeface="ADLaM Display" panose="02010000000000000000" pitchFamily="2" charset="0"/>
          </a:endParaRPr>
        </a:p>
      </dgm:t>
    </dgm:pt>
    <dgm:pt modelId="{FD7DFC34-1BD2-4CB0-9751-C6EF3D2A8726}" type="parTrans" cxnId="{C8BCF5DE-E5CE-4B2F-983E-6E491998CEF0}">
      <dgm:prSet/>
      <dgm:spPr/>
      <dgm:t>
        <a:bodyPr/>
        <a:lstStyle/>
        <a:p>
          <a:endParaRPr lang="en-US"/>
        </a:p>
      </dgm:t>
    </dgm:pt>
    <dgm:pt modelId="{0C42E965-1053-46E6-A07B-3B82FFB20BF3}" type="sibTrans" cxnId="{C8BCF5DE-E5CE-4B2F-983E-6E491998CEF0}">
      <dgm:prSet/>
      <dgm:spPr/>
      <dgm:t>
        <a:bodyPr/>
        <a:lstStyle/>
        <a:p>
          <a:endParaRPr lang="en-US"/>
        </a:p>
      </dgm:t>
    </dgm:pt>
    <dgm:pt modelId="{91B30C26-A1DD-4054-A10E-AEADE82AA34C}">
      <dgm:prSet/>
      <dgm:spPr/>
      <dgm:t>
        <a:bodyPr/>
        <a:lstStyle/>
        <a:p>
          <a:r>
            <a:rPr lang="en-US" b="1" i="0" dirty="0">
              <a:latin typeface="ADLaM Display" panose="02010000000000000000" pitchFamily="2" charset="0"/>
              <a:ea typeface="ADLaM Display" panose="02010000000000000000" pitchFamily="2" charset="0"/>
              <a:cs typeface="ADLaM Display" panose="02010000000000000000" pitchFamily="2" charset="0"/>
            </a:rPr>
            <a:t>Microphone:</a:t>
          </a:r>
          <a:r>
            <a:rPr lang="en-US" b="0" i="0" dirty="0">
              <a:latin typeface="ADLaM Display" panose="02010000000000000000" pitchFamily="2" charset="0"/>
              <a:ea typeface="ADLaM Display" panose="02010000000000000000" pitchFamily="2" charset="0"/>
              <a:cs typeface="ADLaM Display" panose="02010000000000000000" pitchFamily="2" charset="0"/>
            </a:rPr>
            <a:t> Supports voice input for hands-free recipe or ingredient searches.</a:t>
          </a:r>
          <a:endParaRPr lang="en-US" dirty="0">
            <a:latin typeface="ADLaM Display" panose="02010000000000000000" pitchFamily="2" charset="0"/>
            <a:ea typeface="ADLaM Display" panose="02010000000000000000" pitchFamily="2" charset="0"/>
            <a:cs typeface="ADLaM Display" panose="02010000000000000000" pitchFamily="2" charset="0"/>
          </a:endParaRPr>
        </a:p>
      </dgm:t>
    </dgm:pt>
    <dgm:pt modelId="{B386C7E4-8F0A-44FF-A2AB-59923262D72F}" type="parTrans" cxnId="{2CACD391-613D-4EF5-94EB-70A779CB5198}">
      <dgm:prSet/>
      <dgm:spPr/>
      <dgm:t>
        <a:bodyPr/>
        <a:lstStyle/>
        <a:p>
          <a:endParaRPr lang="en-US"/>
        </a:p>
      </dgm:t>
    </dgm:pt>
    <dgm:pt modelId="{550BF846-48B2-4876-A757-17B4031420BD}" type="sibTrans" cxnId="{2CACD391-613D-4EF5-94EB-70A779CB5198}">
      <dgm:prSet/>
      <dgm:spPr/>
      <dgm:t>
        <a:bodyPr/>
        <a:lstStyle/>
        <a:p>
          <a:endParaRPr lang="en-US"/>
        </a:p>
      </dgm:t>
    </dgm:pt>
    <dgm:pt modelId="{1517E3C6-77CE-48E3-9762-1D11803A6096}" type="pres">
      <dgm:prSet presAssocID="{C457F5A2-3011-41D9-A81F-217F78D543F3}" presName="linear" presStyleCnt="0">
        <dgm:presLayoutVars>
          <dgm:dir/>
          <dgm:animLvl val="lvl"/>
          <dgm:resizeHandles val="exact"/>
        </dgm:presLayoutVars>
      </dgm:prSet>
      <dgm:spPr/>
    </dgm:pt>
    <dgm:pt modelId="{F4AAE0E8-A33F-4FF8-8AC8-DCF5D892C259}" type="pres">
      <dgm:prSet presAssocID="{E4E9D60F-A8FA-4244-A44B-C90A1EE8883B}" presName="parentLin" presStyleCnt="0"/>
      <dgm:spPr/>
    </dgm:pt>
    <dgm:pt modelId="{7668CA4A-AC9D-43A8-A279-4F460DD14152}" type="pres">
      <dgm:prSet presAssocID="{E4E9D60F-A8FA-4244-A44B-C90A1EE8883B}" presName="parentLeftMargin" presStyleLbl="node1" presStyleIdx="0" presStyleCnt="3"/>
      <dgm:spPr/>
    </dgm:pt>
    <dgm:pt modelId="{A194DD96-3E8F-401E-9253-1794B5BFECEB}" type="pres">
      <dgm:prSet presAssocID="{E4E9D60F-A8FA-4244-A44B-C90A1EE8883B}" presName="parentText" presStyleLbl="node1" presStyleIdx="0" presStyleCnt="3">
        <dgm:presLayoutVars>
          <dgm:chMax val="0"/>
          <dgm:bulletEnabled val="1"/>
        </dgm:presLayoutVars>
      </dgm:prSet>
      <dgm:spPr/>
    </dgm:pt>
    <dgm:pt modelId="{3BCE2897-B648-4C31-ACBE-3E3BEEA2EB81}" type="pres">
      <dgm:prSet presAssocID="{E4E9D60F-A8FA-4244-A44B-C90A1EE8883B}" presName="negativeSpace" presStyleCnt="0"/>
      <dgm:spPr/>
    </dgm:pt>
    <dgm:pt modelId="{620384D8-2075-4C55-9A7F-101B1EBFDE0E}" type="pres">
      <dgm:prSet presAssocID="{E4E9D60F-A8FA-4244-A44B-C90A1EE8883B}" presName="childText" presStyleLbl="conFgAcc1" presStyleIdx="0" presStyleCnt="3">
        <dgm:presLayoutVars>
          <dgm:bulletEnabled val="1"/>
        </dgm:presLayoutVars>
      </dgm:prSet>
      <dgm:spPr/>
    </dgm:pt>
    <dgm:pt modelId="{8F8C096F-9EC3-42F3-90E3-78C8CEED6A6D}" type="pres">
      <dgm:prSet presAssocID="{84A967A9-88A8-4EB3-9BE8-8D76085F488C}" presName="spaceBetweenRectangles" presStyleCnt="0"/>
      <dgm:spPr/>
    </dgm:pt>
    <dgm:pt modelId="{1895747C-E2E3-4BB1-B169-7FE4CF9602C8}" type="pres">
      <dgm:prSet presAssocID="{817595E4-CB8A-4BA6-8A30-C2A9C65CCDE1}" presName="parentLin" presStyleCnt="0"/>
      <dgm:spPr/>
    </dgm:pt>
    <dgm:pt modelId="{44B1D347-8B99-47D8-82F0-AEDD73EC4F75}" type="pres">
      <dgm:prSet presAssocID="{817595E4-CB8A-4BA6-8A30-C2A9C65CCDE1}" presName="parentLeftMargin" presStyleLbl="node1" presStyleIdx="0" presStyleCnt="3"/>
      <dgm:spPr/>
    </dgm:pt>
    <dgm:pt modelId="{F44155E7-8D06-49A0-BDA2-F134FEFF0337}" type="pres">
      <dgm:prSet presAssocID="{817595E4-CB8A-4BA6-8A30-C2A9C65CCDE1}" presName="parentText" presStyleLbl="node1" presStyleIdx="1" presStyleCnt="3">
        <dgm:presLayoutVars>
          <dgm:chMax val="0"/>
          <dgm:bulletEnabled val="1"/>
        </dgm:presLayoutVars>
      </dgm:prSet>
      <dgm:spPr/>
    </dgm:pt>
    <dgm:pt modelId="{EBBE13EB-3705-4040-B3AB-58B713629AA3}" type="pres">
      <dgm:prSet presAssocID="{817595E4-CB8A-4BA6-8A30-C2A9C65CCDE1}" presName="negativeSpace" presStyleCnt="0"/>
      <dgm:spPr/>
    </dgm:pt>
    <dgm:pt modelId="{27AA68E0-5F6E-46A8-80FC-C76D255C797F}" type="pres">
      <dgm:prSet presAssocID="{817595E4-CB8A-4BA6-8A30-C2A9C65CCDE1}" presName="childText" presStyleLbl="conFgAcc1" presStyleIdx="1" presStyleCnt="3">
        <dgm:presLayoutVars>
          <dgm:bulletEnabled val="1"/>
        </dgm:presLayoutVars>
      </dgm:prSet>
      <dgm:spPr/>
    </dgm:pt>
    <dgm:pt modelId="{5EC65716-F86A-40B8-A5AC-6B2D7B596013}" type="pres">
      <dgm:prSet presAssocID="{D65BE676-A505-4385-A71C-71D2B156A4BA}" presName="spaceBetweenRectangles" presStyleCnt="0"/>
      <dgm:spPr/>
    </dgm:pt>
    <dgm:pt modelId="{798C5844-3E45-4D50-A411-D772F0F6CB5A}" type="pres">
      <dgm:prSet presAssocID="{98CD2B6F-DD41-4A64-A785-C5BF5395E85E}" presName="parentLin" presStyleCnt="0"/>
      <dgm:spPr/>
    </dgm:pt>
    <dgm:pt modelId="{9D7AFECB-57B1-4296-B81E-7127A4BDB009}" type="pres">
      <dgm:prSet presAssocID="{98CD2B6F-DD41-4A64-A785-C5BF5395E85E}" presName="parentLeftMargin" presStyleLbl="node1" presStyleIdx="1" presStyleCnt="3"/>
      <dgm:spPr/>
    </dgm:pt>
    <dgm:pt modelId="{3DB999C2-D8D1-418B-9370-6BE6ADD95AF2}" type="pres">
      <dgm:prSet presAssocID="{98CD2B6F-DD41-4A64-A785-C5BF5395E85E}" presName="parentText" presStyleLbl="node1" presStyleIdx="2" presStyleCnt="3">
        <dgm:presLayoutVars>
          <dgm:chMax val="0"/>
          <dgm:bulletEnabled val="1"/>
        </dgm:presLayoutVars>
      </dgm:prSet>
      <dgm:spPr/>
    </dgm:pt>
    <dgm:pt modelId="{B38E3E3D-BC38-49F2-9180-549B1DD7E958}" type="pres">
      <dgm:prSet presAssocID="{98CD2B6F-DD41-4A64-A785-C5BF5395E85E}" presName="negativeSpace" presStyleCnt="0"/>
      <dgm:spPr/>
    </dgm:pt>
    <dgm:pt modelId="{EEA547FA-5BB1-43FA-AE68-B530D73260F9}" type="pres">
      <dgm:prSet presAssocID="{98CD2B6F-DD41-4A64-A785-C5BF5395E85E}" presName="childText" presStyleLbl="conFgAcc1" presStyleIdx="2" presStyleCnt="3">
        <dgm:presLayoutVars>
          <dgm:bulletEnabled val="1"/>
        </dgm:presLayoutVars>
      </dgm:prSet>
      <dgm:spPr/>
    </dgm:pt>
  </dgm:ptLst>
  <dgm:cxnLst>
    <dgm:cxn modelId="{691F6C06-0342-4704-B450-4FA69A03C9A9}" type="presOf" srcId="{EB06D6E9-FCB5-41B0-BEE1-7E1982DA4392}" destId="{620384D8-2075-4C55-9A7F-101B1EBFDE0E}" srcOrd="0" destOrd="0" presId="urn:microsoft.com/office/officeart/2005/8/layout/list1"/>
    <dgm:cxn modelId="{15817F23-B191-422D-B3AD-EF2B75A2870F}" type="presOf" srcId="{817595E4-CB8A-4BA6-8A30-C2A9C65CCDE1}" destId="{F44155E7-8D06-49A0-BDA2-F134FEFF0337}" srcOrd="1" destOrd="0" presId="urn:microsoft.com/office/officeart/2005/8/layout/list1"/>
    <dgm:cxn modelId="{C8A87440-0229-4608-AE6F-2A83E5637EB3}" type="presOf" srcId="{91B30C26-A1DD-4054-A10E-AEADE82AA34C}" destId="{EEA547FA-5BB1-43FA-AE68-B530D73260F9}" srcOrd="0" destOrd="1" presId="urn:microsoft.com/office/officeart/2005/8/layout/list1"/>
    <dgm:cxn modelId="{04B2DA41-5203-47DB-B561-554E0B65FD61}" type="presOf" srcId="{4CF30E27-41AC-4230-9761-EB27906A1C74}" destId="{27AA68E0-5F6E-46A8-80FC-C76D255C797F}" srcOrd="0" destOrd="0" presId="urn:microsoft.com/office/officeart/2005/8/layout/list1"/>
    <dgm:cxn modelId="{DA837442-96DF-4173-9151-EE6A6FB7E184}" srcId="{C457F5A2-3011-41D9-A81F-217F78D543F3}" destId="{E4E9D60F-A8FA-4244-A44B-C90A1EE8883B}" srcOrd="0" destOrd="0" parTransId="{2EDE2D85-C1DD-4D75-9B84-139621B698B1}" sibTransId="{84A967A9-88A8-4EB3-9BE8-8D76085F488C}"/>
    <dgm:cxn modelId="{87AF0B65-3766-48F5-994F-6A06301140FB}" type="presOf" srcId="{13AC43F6-FB17-4BB0-AC2D-01DE5596B0B7}" destId="{EEA547FA-5BB1-43FA-AE68-B530D73260F9}" srcOrd="0" destOrd="0" presId="urn:microsoft.com/office/officeart/2005/8/layout/list1"/>
    <dgm:cxn modelId="{B9AA3676-3B79-4884-B296-7314BC2D8263}" type="presOf" srcId="{E4E9D60F-A8FA-4244-A44B-C90A1EE8883B}" destId="{7668CA4A-AC9D-43A8-A279-4F460DD14152}" srcOrd="0" destOrd="0" presId="urn:microsoft.com/office/officeart/2005/8/layout/list1"/>
    <dgm:cxn modelId="{474B827F-06BC-4DE5-A95F-A8D82EEF89AE}" srcId="{817595E4-CB8A-4BA6-8A30-C2A9C65CCDE1}" destId="{4CF30E27-41AC-4230-9761-EB27906A1C74}" srcOrd="0" destOrd="0" parTransId="{FF1E8DBF-2991-4D25-B618-2DEC89201F0B}" sibTransId="{CF0C1D6C-476B-4CAA-9DA3-E03C6A4B2E0F}"/>
    <dgm:cxn modelId="{18212587-AFFC-4B47-A9DD-BE7FA29D0B73}" type="presOf" srcId="{98CD2B6F-DD41-4A64-A785-C5BF5395E85E}" destId="{9D7AFECB-57B1-4296-B81E-7127A4BDB009}" srcOrd="0" destOrd="0" presId="urn:microsoft.com/office/officeart/2005/8/layout/list1"/>
    <dgm:cxn modelId="{2CACD391-613D-4EF5-94EB-70A779CB5198}" srcId="{98CD2B6F-DD41-4A64-A785-C5BF5395E85E}" destId="{91B30C26-A1DD-4054-A10E-AEADE82AA34C}" srcOrd="1" destOrd="0" parTransId="{B386C7E4-8F0A-44FF-A2AB-59923262D72F}" sibTransId="{550BF846-48B2-4876-A757-17B4031420BD}"/>
    <dgm:cxn modelId="{4540C99A-EB72-4830-B8B0-C76E6A8A077F}" type="presOf" srcId="{E4E9D60F-A8FA-4244-A44B-C90A1EE8883B}" destId="{A194DD96-3E8F-401E-9253-1794B5BFECEB}" srcOrd="1" destOrd="0" presId="urn:microsoft.com/office/officeart/2005/8/layout/list1"/>
    <dgm:cxn modelId="{A73E019B-B821-41B8-9C6B-914D6956EA20}" srcId="{C457F5A2-3011-41D9-A81F-217F78D543F3}" destId="{98CD2B6F-DD41-4A64-A785-C5BF5395E85E}" srcOrd="2" destOrd="0" parTransId="{6B1BB556-124A-4C02-90E5-FDBBEB09EA1E}" sibTransId="{EB36F8F5-41EF-40EB-8285-EA64FBEE1EB5}"/>
    <dgm:cxn modelId="{2B4015A9-48D7-4E89-8C0E-6378FE7D6149}" type="presOf" srcId="{817595E4-CB8A-4BA6-8A30-C2A9C65CCDE1}" destId="{44B1D347-8B99-47D8-82F0-AEDD73EC4F75}" srcOrd="0" destOrd="0" presId="urn:microsoft.com/office/officeart/2005/8/layout/list1"/>
    <dgm:cxn modelId="{938A26D5-496A-473E-876D-1D52CF555B01}" srcId="{C457F5A2-3011-41D9-A81F-217F78D543F3}" destId="{817595E4-CB8A-4BA6-8A30-C2A9C65CCDE1}" srcOrd="1" destOrd="0" parTransId="{88B4F866-6661-4D55-A25E-BDF338761EE2}" sibTransId="{D65BE676-A505-4385-A71C-71D2B156A4BA}"/>
    <dgm:cxn modelId="{8A648FD9-F93C-4A77-B1E2-1CA403B30600}" srcId="{E4E9D60F-A8FA-4244-A44B-C90A1EE8883B}" destId="{EB06D6E9-FCB5-41B0-BEE1-7E1982DA4392}" srcOrd="0" destOrd="0" parTransId="{F75F6382-550F-4B04-A6AC-6E516B6C3CAB}" sibTransId="{E02D9981-BF06-4C13-B811-F2629EFCDDD9}"/>
    <dgm:cxn modelId="{C8BCF5DE-E5CE-4B2F-983E-6E491998CEF0}" srcId="{98CD2B6F-DD41-4A64-A785-C5BF5395E85E}" destId="{13AC43F6-FB17-4BB0-AC2D-01DE5596B0B7}" srcOrd="0" destOrd="0" parTransId="{FD7DFC34-1BD2-4CB0-9751-C6EF3D2A8726}" sibTransId="{0C42E965-1053-46E6-A07B-3B82FFB20BF3}"/>
    <dgm:cxn modelId="{6278CCF3-C288-40EB-9B0B-A09055311D51}" type="presOf" srcId="{C457F5A2-3011-41D9-A81F-217F78D543F3}" destId="{1517E3C6-77CE-48E3-9762-1D11803A6096}" srcOrd="0" destOrd="0" presId="urn:microsoft.com/office/officeart/2005/8/layout/list1"/>
    <dgm:cxn modelId="{7647D1F6-505A-450B-A75A-52D784B8B254}" type="presOf" srcId="{98CD2B6F-DD41-4A64-A785-C5BF5395E85E}" destId="{3DB999C2-D8D1-418B-9370-6BE6ADD95AF2}" srcOrd="1" destOrd="0" presId="urn:microsoft.com/office/officeart/2005/8/layout/list1"/>
    <dgm:cxn modelId="{1BA23546-6F76-4EDC-B054-AA8768CEC451}" type="presParOf" srcId="{1517E3C6-77CE-48E3-9762-1D11803A6096}" destId="{F4AAE0E8-A33F-4FF8-8AC8-DCF5D892C259}" srcOrd="0" destOrd="0" presId="urn:microsoft.com/office/officeart/2005/8/layout/list1"/>
    <dgm:cxn modelId="{71E17F51-B596-423F-BD2B-93550F1CBD27}" type="presParOf" srcId="{F4AAE0E8-A33F-4FF8-8AC8-DCF5D892C259}" destId="{7668CA4A-AC9D-43A8-A279-4F460DD14152}" srcOrd="0" destOrd="0" presId="urn:microsoft.com/office/officeart/2005/8/layout/list1"/>
    <dgm:cxn modelId="{A364C242-EBA0-4A3A-A81D-93856CB69533}" type="presParOf" srcId="{F4AAE0E8-A33F-4FF8-8AC8-DCF5D892C259}" destId="{A194DD96-3E8F-401E-9253-1794B5BFECEB}" srcOrd="1" destOrd="0" presId="urn:microsoft.com/office/officeart/2005/8/layout/list1"/>
    <dgm:cxn modelId="{326EE23E-60F9-42D7-80FD-6765AA449C17}" type="presParOf" srcId="{1517E3C6-77CE-48E3-9762-1D11803A6096}" destId="{3BCE2897-B648-4C31-ACBE-3E3BEEA2EB81}" srcOrd="1" destOrd="0" presId="urn:microsoft.com/office/officeart/2005/8/layout/list1"/>
    <dgm:cxn modelId="{B6BE3341-CF2A-4D8D-82E3-32C1F240998B}" type="presParOf" srcId="{1517E3C6-77CE-48E3-9762-1D11803A6096}" destId="{620384D8-2075-4C55-9A7F-101B1EBFDE0E}" srcOrd="2" destOrd="0" presId="urn:microsoft.com/office/officeart/2005/8/layout/list1"/>
    <dgm:cxn modelId="{7AB572A8-3C8C-432C-904F-5E4254D6B46D}" type="presParOf" srcId="{1517E3C6-77CE-48E3-9762-1D11803A6096}" destId="{8F8C096F-9EC3-42F3-90E3-78C8CEED6A6D}" srcOrd="3" destOrd="0" presId="urn:microsoft.com/office/officeart/2005/8/layout/list1"/>
    <dgm:cxn modelId="{1487ACD1-54DA-4BAD-89C0-871A4AD96CA2}" type="presParOf" srcId="{1517E3C6-77CE-48E3-9762-1D11803A6096}" destId="{1895747C-E2E3-4BB1-B169-7FE4CF9602C8}" srcOrd="4" destOrd="0" presId="urn:microsoft.com/office/officeart/2005/8/layout/list1"/>
    <dgm:cxn modelId="{71A53D0E-25A9-4536-BFA9-5506280A30DF}" type="presParOf" srcId="{1895747C-E2E3-4BB1-B169-7FE4CF9602C8}" destId="{44B1D347-8B99-47D8-82F0-AEDD73EC4F75}" srcOrd="0" destOrd="0" presId="urn:microsoft.com/office/officeart/2005/8/layout/list1"/>
    <dgm:cxn modelId="{8DC0C3C9-3792-4C61-A5B0-EBB0216D0F0F}" type="presParOf" srcId="{1895747C-E2E3-4BB1-B169-7FE4CF9602C8}" destId="{F44155E7-8D06-49A0-BDA2-F134FEFF0337}" srcOrd="1" destOrd="0" presId="urn:microsoft.com/office/officeart/2005/8/layout/list1"/>
    <dgm:cxn modelId="{9449A39A-2D74-46C8-B794-49BA017E8A9F}" type="presParOf" srcId="{1517E3C6-77CE-48E3-9762-1D11803A6096}" destId="{EBBE13EB-3705-4040-B3AB-58B713629AA3}" srcOrd="5" destOrd="0" presId="urn:microsoft.com/office/officeart/2005/8/layout/list1"/>
    <dgm:cxn modelId="{9290DCCF-5414-433A-85BF-1D95861DC48C}" type="presParOf" srcId="{1517E3C6-77CE-48E3-9762-1D11803A6096}" destId="{27AA68E0-5F6E-46A8-80FC-C76D255C797F}" srcOrd="6" destOrd="0" presId="urn:microsoft.com/office/officeart/2005/8/layout/list1"/>
    <dgm:cxn modelId="{F6994EDE-53E7-4513-8556-B1A1829CFACB}" type="presParOf" srcId="{1517E3C6-77CE-48E3-9762-1D11803A6096}" destId="{5EC65716-F86A-40B8-A5AC-6B2D7B596013}" srcOrd="7" destOrd="0" presId="urn:microsoft.com/office/officeart/2005/8/layout/list1"/>
    <dgm:cxn modelId="{7BDB8ADF-6693-48B7-8F37-AFB8CC7720DA}" type="presParOf" srcId="{1517E3C6-77CE-48E3-9762-1D11803A6096}" destId="{798C5844-3E45-4D50-A411-D772F0F6CB5A}" srcOrd="8" destOrd="0" presId="urn:microsoft.com/office/officeart/2005/8/layout/list1"/>
    <dgm:cxn modelId="{136E4CBF-03A5-418A-BD64-D3F02B9CB8A8}" type="presParOf" srcId="{798C5844-3E45-4D50-A411-D772F0F6CB5A}" destId="{9D7AFECB-57B1-4296-B81E-7127A4BDB009}" srcOrd="0" destOrd="0" presId="urn:microsoft.com/office/officeart/2005/8/layout/list1"/>
    <dgm:cxn modelId="{16464594-CD8B-4189-A770-4E579F2665E9}" type="presParOf" srcId="{798C5844-3E45-4D50-A411-D772F0F6CB5A}" destId="{3DB999C2-D8D1-418B-9370-6BE6ADD95AF2}" srcOrd="1" destOrd="0" presId="urn:microsoft.com/office/officeart/2005/8/layout/list1"/>
    <dgm:cxn modelId="{0B86C03B-9C63-4069-BDDE-A21DF715487F}" type="presParOf" srcId="{1517E3C6-77CE-48E3-9762-1D11803A6096}" destId="{B38E3E3D-BC38-49F2-9180-549B1DD7E958}" srcOrd="9" destOrd="0" presId="urn:microsoft.com/office/officeart/2005/8/layout/list1"/>
    <dgm:cxn modelId="{9370DDFE-308C-4DF6-BD81-0056B2529095}" type="presParOf" srcId="{1517E3C6-77CE-48E3-9762-1D11803A6096}" destId="{EEA547FA-5BB1-43FA-AE68-B530D73260F9}"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7FF6D4D-30C6-47AD-B25D-E9F22C48D9E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BDF4A82-9633-440F-951F-B0D66F927D71}">
      <dgm:prSet/>
      <dgm:spPr/>
      <dgm:t>
        <a:bodyPr/>
        <a:lstStyle/>
        <a:p>
          <a:r>
            <a:rPr lang="en-US" b="1" i="0" dirty="0"/>
            <a:t>Reduced Food Waste:</a:t>
          </a:r>
          <a:endParaRPr lang="en-US" dirty="0"/>
        </a:p>
      </dgm:t>
    </dgm:pt>
    <dgm:pt modelId="{F5A4154E-392E-4718-AC32-77C06D38F058}" type="parTrans" cxnId="{EBF96B6F-9524-42F7-BC39-036929A31EFF}">
      <dgm:prSet/>
      <dgm:spPr/>
      <dgm:t>
        <a:bodyPr/>
        <a:lstStyle/>
        <a:p>
          <a:endParaRPr lang="en-US"/>
        </a:p>
      </dgm:t>
    </dgm:pt>
    <dgm:pt modelId="{7EEF107B-983E-4AB8-AA57-7A1E6FFA0887}" type="sibTrans" cxnId="{EBF96B6F-9524-42F7-BC39-036929A31EFF}">
      <dgm:prSet/>
      <dgm:spPr/>
      <dgm:t>
        <a:bodyPr/>
        <a:lstStyle/>
        <a:p>
          <a:endParaRPr lang="en-US"/>
        </a:p>
      </dgm:t>
    </dgm:pt>
    <dgm:pt modelId="{D7DDB522-F95A-4A4D-90AF-CA3592ECBE9B}">
      <dgm:prSet/>
      <dgm:spPr/>
      <dgm:t>
        <a:bodyPr/>
        <a:lstStyle/>
        <a:p>
          <a:r>
            <a:rPr lang="en-US" b="0" i="0"/>
            <a:t>Users utilize pantry staples efficiently, cutting unnecessary purchases.</a:t>
          </a:r>
          <a:endParaRPr lang="en-US"/>
        </a:p>
      </dgm:t>
    </dgm:pt>
    <dgm:pt modelId="{4E44933C-614D-4243-91C1-EE9A3B54B53D}" type="parTrans" cxnId="{1B3CF38C-D587-4BD5-80EF-C2CF35DFD523}">
      <dgm:prSet/>
      <dgm:spPr/>
      <dgm:t>
        <a:bodyPr/>
        <a:lstStyle/>
        <a:p>
          <a:endParaRPr lang="en-US"/>
        </a:p>
      </dgm:t>
    </dgm:pt>
    <dgm:pt modelId="{21282964-8BF4-4C4C-B277-5F5C12232C48}" type="sibTrans" cxnId="{1B3CF38C-D587-4BD5-80EF-C2CF35DFD523}">
      <dgm:prSet/>
      <dgm:spPr/>
      <dgm:t>
        <a:bodyPr/>
        <a:lstStyle/>
        <a:p>
          <a:endParaRPr lang="en-US"/>
        </a:p>
      </dgm:t>
    </dgm:pt>
    <dgm:pt modelId="{EE616577-0D68-4DE7-9BD5-02F3AB5AB70F}">
      <dgm:prSet/>
      <dgm:spPr/>
      <dgm:t>
        <a:bodyPr/>
        <a:lstStyle/>
        <a:p>
          <a:r>
            <a:rPr lang="en-US" b="1" i="0"/>
            <a:t>Enhanced User Experience:</a:t>
          </a:r>
          <a:endParaRPr lang="en-US"/>
        </a:p>
      </dgm:t>
    </dgm:pt>
    <dgm:pt modelId="{4AA8AE63-C625-4647-9B20-ABFDCCEE30F8}" type="parTrans" cxnId="{8F539A8C-E573-43E7-B44F-CC0E249856CA}">
      <dgm:prSet/>
      <dgm:spPr/>
      <dgm:t>
        <a:bodyPr/>
        <a:lstStyle/>
        <a:p>
          <a:endParaRPr lang="en-US"/>
        </a:p>
      </dgm:t>
    </dgm:pt>
    <dgm:pt modelId="{D565163C-CBA1-4504-8D3B-E946E8E0AD8A}" type="sibTrans" cxnId="{8F539A8C-E573-43E7-B44F-CC0E249856CA}">
      <dgm:prSet/>
      <dgm:spPr/>
      <dgm:t>
        <a:bodyPr/>
        <a:lstStyle/>
        <a:p>
          <a:endParaRPr lang="en-US"/>
        </a:p>
      </dgm:t>
    </dgm:pt>
    <dgm:pt modelId="{C2DA9D92-FDFF-4CE2-8DDD-2E9105A45B92}">
      <dgm:prSet/>
      <dgm:spPr/>
      <dgm:t>
        <a:bodyPr/>
        <a:lstStyle/>
        <a:p>
          <a:r>
            <a:rPr lang="en-US" b="0" i="0"/>
            <a:t>Engaging features (e.g., shake-to-discover) and intuitive design drive retention.</a:t>
          </a:r>
          <a:endParaRPr lang="en-US"/>
        </a:p>
      </dgm:t>
    </dgm:pt>
    <dgm:pt modelId="{F75D65E1-6C5F-4427-A27C-F8FB4AB78096}" type="parTrans" cxnId="{E526F8D3-FF7C-421C-9468-59A9339BCFEB}">
      <dgm:prSet/>
      <dgm:spPr/>
      <dgm:t>
        <a:bodyPr/>
        <a:lstStyle/>
        <a:p>
          <a:endParaRPr lang="en-US"/>
        </a:p>
      </dgm:t>
    </dgm:pt>
    <dgm:pt modelId="{FE0B6CA5-4284-4064-9381-04D5D9C75241}" type="sibTrans" cxnId="{E526F8D3-FF7C-421C-9468-59A9339BCFEB}">
      <dgm:prSet/>
      <dgm:spPr/>
      <dgm:t>
        <a:bodyPr/>
        <a:lstStyle/>
        <a:p>
          <a:endParaRPr lang="en-US"/>
        </a:p>
      </dgm:t>
    </dgm:pt>
    <dgm:pt modelId="{3D602E2D-E1EE-45FC-9AA6-71413556380E}" type="pres">
      <dgm:prSet presAssocID="{97FF6D4D-30C6-47AD-B25D-E9F22C48D9EF}" presName="linear" presStyleCnt="0">
        <dgm:presLayoutVars>
          <dgm:animLvl val="lvl"/>
          <dgm:resizeHandles val="exact"/>
        </dgm:presLayoutVars>
      </dgm:prSet>
      <dgm:spPr/>
    </dgm:pt>
    <dgm:pt modelId="{101DDF56-10AD-4462-8739-8DB0EE2CBA38}" type="pres">
      <dgm:prSet presAssocID="{2BDF4A82-9633-440F-951F-B0D66F927D71}" presName="parentText" presStyleLbl="node1" presStyleIdx="0" presStyleCnt="2">
        <dgm:presLayoutVars>
          <dgm:chMax val="0"/>
          <dgm:bulletEnabled val="1"/>
        </dgm:presLayoutVars>
      </dgm:prSet>
      <dgm:spPr/>
    </dgm:pt>
    <dgm:pt modelId="{CA0E56C1-EADD-4457-8237-CD5B907FFFB1}" type="pres">
      <dgm:prSet presAssocID="{2BDF4A82-9633-440F-951F-B0D66F927D71}" presName="childText" presStyleLbl="revTx" presStyleIdx="0" presStyleCnt="2">
        <dgm:presLayoutVars>
          <dgm:bulletEnabled val="1"/>
        </dgm:presLayoutVars>
      </dgm:prSet>
      <dgm:spPr/>
    </dgm:pt>
    <dgm:pt modelId="{2BB8779C-6CC4-453E-9452-4D9B719ED77E}" type="pres">
      <dgm:prSet presAssocID="{EE616577-0D68-4DE7-9BD5-02F3AB5AB70F}" presName="parentText" presStyleLbl="node1" presStyleIdx="1" presStyleCnt="2">
        <dgm:presLayoutVars>
          <dgm:chMax val="0"/>
          <dgm:bulletEnabled val="1"/>
        </dgm:presLayoutVars>
      </dgm:prSet>
      <dgm:spPr/>
    </dgm:pt>
    <dgm:pt modelId="{023533F2-70CF-47C7-B499-D97915048135}" type="pres">
      <dgm:prSet presAssocID="{EE616577-0D68-4DE7-9BD5-02F3AB5AB70F}" presName="childText" presStyleLbl="revTx" presStyleIdx="1" presStyleCnt="2">
        <dgm:presLayoutVars>
          <dgm:bulletEnabled val="1"/>
        </dgm:presLayoutVars>
      </dgm:prSet>
      <dgm:spPr/>
    </dgm:pt>
  </dgm:ptLst>
  <dgm:cxnLst>
    <dgm:cxn modelId="{4F78C80A-B7E1-454F-87D2-D3A64D8C681D}" type="presOf" srcId="{C2DA9D92-FDFF-4CE2-8DDD-2E9105A45B92}" destId="{023533F2-70CF-47C7-B499-D97915048135}" srcOrd="0" destOrd="0" presId="urn:microsoft.com/office/officeart/2005/8/layout/vList2"/>
    <dgm:cxn modelId="{D8F7401D-6878-4756-9998-61AFB504AD5D}" type="presOf" srcId="{D7DDB522-F95A-4A4D-90AF-CA3592ECBE9B}" destId="{CA0E56C1-EADD-4457-8237-CD5B907FFFB1}" srcOrd="0" destOrd="0" presId="urn:microsoft.com/office/officeart/2005/8/layout/vList2"/>
    <dgm:cxn modelId="{1DD8F265-5992-49E3-9FB0-D35D10ED67AA}" type="presOf" srcId="{97FF6D4D-30C6-47AD-B25D-E9F22C48D9EF}" destId="{3D602E2D-E1EE-45FC-9AA6-71413556380E}" srcOrd="0" destOrd="0" presId="urn:microsoft.com/office/officeart/2005/8/layout/vList2"/>
    <dgm:cxn modelId="{EBF96B6F-9524-42F7-BC39-036929A31EFF}" srcId="{97FF6D4D-30C6-47AD-B25D-E9F22C48D9EF}" destId="{2BDF4A82-9633-440F-951F-B0D66F927D71}" srcOrd="0" destOrd="0" parTransId="{F5A4154E-392E-4718-AC32-77C06D38F058}" sibTransId="{7EEF107B-983E-4AB8-AA57-7A1E6FFA0887}"/>
    <dgm:cxn modelId="{8F539A8C-E573-43E7-B44F-CC0E249856CA}" srcId="{97FF6D4D-30C6-47AD-B25D-E9F22C48D9EF}" destId="{EE616577-0D68-4DE7-9BD5-02F3AB5AB70F}" srcOrd="1" destOrd="0" parTransId="{4AA8AE63-C625-4647-9B20-ABFDCCEE30F8}" sibTransId="{D565163C-CBA1-4504-8D3B-E946E8E0AD8A}"/>
    <dgm:cxn modelId="{1B3CF38C-D587-4BD5-80EF-C2CF35DFD523}" srcId="{2BDF4A82-9633-440F-951F-B0D66F927D71}" destId="{D7DDB522-F95A-4A4D-90AF-CA3592ECBE9B}" srcOrd="0" destOrd="0" parTransId="{4E44933C-614D-4243-91C1-EE9A3B54B53D}" sibTransId="{21282964-8BF4-4C4C-B277-5F5C12232C48}"/>
    <dgm:cxn modelId="{51450698-DD3E-44C4-9CAD-D55441689CE7}" type="presOf" srcId="{EE616577-0D68-4DE7-9BD5-02F3AB5AB70F}" destId="{2BB8779C-6CC4-453E-9452-4D9B719ED77E}" srcOrd="0" destOrd="0" presId="urn:microsoft.com/office/officeart/2005/8/layout/vList2"/>
    <dgm:cxn modelId="{381440C6-C2A4-4571-AE13-CB5A6150FC36}" type="presOf" srcId="{2BDF4A82-9633-440F-951F-B0D66F927D71}" destId="{101DDF56-10AD-4462-8739-8DB0EE2CBA38}" srcOrd="0" destOrd="0" presId="urn:microsoft.com/office/officeart/2005/8/layout/vList2"/>
    <dgm:cxn modelId="{E526F8D3-FF7C-421C-9468-59A9339BCFEB}" srcId="{EE616577-0D68-4DE7-9BD5-02F3AB5AB70F}" destId="{C2DA9D92-FDFF-4CE2-8DDD-2E9105A45B92}" srcOrd="0" destOrd="0" parTransId="{F75D65E1-6C5F-4427-A27C-F8FB4AB78096}" sibTransId="{FE0B6CA5-4284-4064-9381-04D5D9C75241}"/>
    <dgm:cxn modelId="{0A34F7B3-0053-4131-A9F8-9B40B51ED90F}" type="presParOf" srcId="{3D602E2D-E1EE-45FC-9AA6-71413556380E}" destId="{101DDF56-10AD-4462-8739-8DB0EE2CBA38}" srcOrd="0" destOrd="0" presId="urn:microsoft.com/office/officeart/2005/8/layout/vList2"/>
    <dgm:cxn modelId="{32E05861-4E81-443B-AFE3-B7E0C6F2CB0D}" type="presParOf" srcId="{3D602E2D-E1EE-45FC-9AA6-71413556380E}" destId="{CA0E56C1-EADD-4457-8237-CD5B907FFFB1}" srcOrd="1" destOrd="0" presId="urn:microsoft.com/office/officeart/2005/8/layout/vList2"/>
    <dgm:cxn modelId="{5913C57C-2F57-452B-96D8-71A1C9DB7A67}" type="presParOf" srcId="{3D602E2D-E1EE-45FC-9AA6-71413556380E}" destId="{2BB8779C-6CC4-453E-9452-4D9B719ED77E}" srcOrd="2" destOrd="0" presId="urn:microsoft.com/office/officeart/2005/8/layout/vList2"/>
    <dgm:cxn modelId="{5CF6CD55-E3B3-410F-9EA1-4733BD015CD3}" type="presParOf" srcId="{3D602E2D-E1EE-45FC-9AA6-71413556380E}" destId="{023533F2-70CF-47C7-B499-D9791504813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93E51F-C3BE-4E4B-9C02-942DD2235D61}">
      <dsp:nvSpPr>
        <dsp:cNvPr id="0" name=""/>
        <dsp:cNvSpPr/>
      </dsp:nvSpPr>
      <dsp:spPr>
        <a:xfrm>
          <a:off x="3493" y="593292"/>
          <a:ext cx="5010366" cy="300622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933450">
            <a:lnSpc>
              <a:spcPct val="90000"/>
            </a:lnSpc>
            <a:spcBef>
              <a:spcPct val="0"/>
            </a:spcBef>
            <a:spcAft>
              <a:spcPct val="35000"/>
            </a:spcAft>
            <a:buNone/>
          </a:pPr>
          <a:r>
            <a:rPr lang="en-US" sz="2100" b="1" i="0" kern="1200">
              <a:latin typeface="ADLaM Display" panose="02010000000000000000" pitchFamily="2" charset="0"/>
              <a:ea typeface="ADLaM Display" panose="02010000000000000000" pitchFamily="2" charset="0"/>
              <a:cs typeface="ADLaM Display" panose="02010000000000000000" pitchFamily="2" charset="0"/>
            </a:rPr>
            <a:t>Target Users:</a:t>
          </a:r>
          <a:endParaRPr lang="en-US" sz="2100" kern="1200">
            <a:latin typeface="ADLaM Display" panose="02010000000000000000" pitchFamily="2" charset="0"/>
            <a:ea typeface="ADLaM Display" panose="02010000000000000000" pitchFamily="2" charset="0"/>
            <a:cs typeface="ADLaM Display" panose="02010000000000000000" pitchFamily="2" charset="0"/>
          </a:endParaRPr>
        </a:p>
        <a:p>
          <a:pPr marL="228600" lvl="1" indent="-228600" algn="l" defTabSz="889000">
            <a:lnSpc>
              <a:spcPct val="100000"/>
            </a:lnSpc>
            <a:spcBef>
              <a:spcPct val="0"/>
            </a:spcBef>
            <a:spcAft>
              <a:spcPct val="15000"/>
            </a:spcAft>
            <a:buChar char="•"/>
          </a:pPr>
          <a:r>
            <a:rPr lang="en-US" sz="2000" b="0" i="0" kern="1200" dirty="0">
              <a:latin typeface="ADLaM Display" panose="02010000000000000000" pitchFamily="2" charset="0"/>
              <a:ea typeface="ADLaM Display" panose="02010000000000000000" pitchFamily="2" charset="0"/>
              <a:cs typeface="ADLaM Display" panose="02010000000000000000" pitchFamily="2" charset="0"/>
            </a:rPr>
            <a:t>Cook beginner and enthusiasts who wants to learn cooking or new </a:t>
          </a:r>
          <a:r>
            <a:rPr lang="en-US" sz="2000" b="0" i="0" kern="1200" dirty="0" err="1">
              <a:latin typeface="ADLaM Display" panose="02010000000000000000" pitchFamily="2" charset="0"/>
              <a:ea typeface="ADLaM Display" panose="02010000000000000000" pitchFamily="2" charset="0"/>
              <a:cs typeface="ADLaM Display" panose="02010000000000000000" pitchFamily="2" charset="0"/>
            </a:rPr>
            <a:t>dishs</a:t>
          </a:r>
          <a:endParaRPr lang="en-US" sz="2000" kern="1200" dirty="0">
            <a:latin typeface="ADLaM Display" panose="02010000000000000000" pitchFamily="2" charset="0"/>
            <a:ea typeface="ADLaM Display" panose="02010000000000000000" pitchFamily="2" charset="0"/>
            <a:cs typeface="ADLaM Display" panose="02010000000000000000" pitchFamily="2" charset="0"/>
          </a:endParaRPr>
        </a:p>
        <a:p>
          <a:pPr marL="228600" lvl="1" indent="-228600" algn="l" defTabSz="889000">
            <a:lnSpc>
              <a:spcPct val="100000"/>
            </a:lnSpc>
            <a:spcBef>
              <a:spcPct val="0"/>
            </a:spcBef>
            <a:spcAft>
              <a:spcPct val="15000"/>
            </a:spcAft>
            <a:buChar char="•"/>
          </a:pPr>
          <a:r>
            <a:rPr lang="en-US" sz="2000" b="0" i="0" kern="1200" dirty="0">
              <a:latin typeface="ADLaM Display" panose="02010000000000000000" pitchFamily="2" charset="0"/>
              <a:ea typeface="ADLaM Display" panose="02010000000000000000" pitchFamily="2" charset="0"/>
              <a:cs typeface="ADLaM Display" panose="02010000000000000000" pitchFamily="2" charset="0"/>
            </a:rPr>
            <a:t>Environmentalists who want to reduce food waste</a:t>
          </a:r>
          <a:endParaRPr lang="en-US" sz="20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3493" y="593292"/>
        <a:ext cx="5010366" cy="3006220"/>
      </dsp:txXfrm>
    </dsp:sp>
    <dsp:sp modelId="{404E4B99-B58D-440A-B7FE-B59D2BE4FCDB}">
      <dsp:nvSpPr>
        <dsp:cNvPr id="0" name=""/>
        <dsp:cNvSpPr/>
      </dsp:nvSpPr>
      <dsp:spPr>
        <a:xfrm>
          <a:off x="5088136" y="1974902"/>
          <a:ext cx="751555" cy="243000"/>
        </a:xfrm>
        <a:prstGeom prst="rightArrow">
          <a:avLst>
            <a:gd name="adj1" fmla="val 50000"/>
            <a:gd name="adj2" fmla="val 5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623C97-5AB7-4136-AF43-2412BBA353F0}">
      <dsp:nvSpPr>
        <dsp:cNvPr id="0" name=""/>
        <dsp:cNvSpPr/>
      </dsp:nvSpPr>
      <dsp:spPr>
        <a:xfrm>
          <a:off x="5913968" y="593292"/>
          <a:ext cx="5010366" cy="300622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800100">
            <a:lnSpc>
              <a:spcPct val="90000"/>
            </a:lnSpc>
            <a:spcBef>
              <a:spcPct val="0"/>
            </a:spcBef>
            <a:spcAft>
              <a:spcPct val="35000"/>
            </a:spcAft>
            <a:buNone/>
          </a:pPr>
          <a:r>
            <a:rPr lang="en-US" sz="1800" b="1" i="0" kern="1200">
              <a:latin typeface="ADLaM Display" panose="02010000000000000000" pitchFamily="2" charset="0"/>
              <a:ea typeface="ADLaM Display" panose="02010000000000000000" pitchFamily="2" charset="0"/>
              <a:cs typeface="ADLaM Display" panose="02010000000000000000" pitchFamily="2" charset="0"/>
            </a:rPr>
            <a:t>Project Goal:</a:t>
          </a:r>
          <a:endParaRPr lang="en-US" sz="1800" kern="1200">
            <a:latin typeface="ADLaM Display" panose="02010000000000000000" pitchFamily="2" charset="0"/>
            <a:ea typeface="ADLaM Display" panose="02010000000000000000" pitchFamily="2" charset="0"/>
            <a:cs typeface="ADLaM Display" panose="02010000000000000000" pitchFamily="2" charset="0"/>
          </a:endParaRPr>
        </a:p>
        <a:p>
          <a:pPr marL="114300" lvl="1" indent="-114300" algn="l" defTabSz="622300">
            <a:lnSpc>
              <a:spcPct val="100000"/>
            </a:lnSpc>
            <a:spcBef>
              <a:spcPct val="0"/>
            </a:spcBef>
            <a:spcAft>
              <a:spcPct val="15000"/>
            </a:spcAft>
            <a:buChar char="•"/>
          </a:pPr>
          <a:r>
            <a:rPr lang="en-US" sz="1400" b="0" i="0" kern="1200">
              <a:latin typeface="ADLaM Display" panose="02010000000000000000" pitchFamily="2" charset="0"/>
              <a:ea typeface="ADLaM Display" panose="02010000000000000000" pitchFamily="2" charset="0"/>
              <a:cs typeface="ADLaM Display" panose="02010000000000000000" pitchFamily="2" charset="0"/>
            </a:rPr>
            <a:t>Provides personalized recipe recommendations using available ingredients</a:t>
          </a:r>
          <a:endParaRPr lang="en-US" sz="1400" kern="1200">
            <a:latin typeface="ADLaM Display" panose="02010000000000000000" pitchFamily="2" charset="0"/>
            <a:ea typeface="ADLaM Display" panose="02010000000000000000" pitchFamily="2" charset="0"/>
            <a:cs typeface="ADLaM Display" panose="02010000000000000000" pitchFamily="2" charset="0"/>
          </a:endParaRPr>
        </a:p>
        <a:p>
          <a:pPr marL="114300" lvl="1" indent="-114300" algn="l" defTabSz="622300">
            <a:lnSpc>
              <a:spcPct val="100000"/>
            </a:lnSpc>
            <a:spcBef>
              <a:spcPct val="0"/>
            </a:spcBef>
            <a:spcAft>
              <a:spcPct val="15000"/>
            </a:spcAft>
            <a:buChar char="•"/>
          </a:pPr>
          <a:r>
            <a:rPr lang="en-US" sz="1400" b="0" i="0" kern="1200">
              <a:latin typeface="ADLaM Display" panose="02010000000000000000" pitchFamily="2" charset="0"/>
              <a:ea typeface="ADLaM Display" panose="02010000000000000000" pitchFamily="2" charset="0"/>
              <a:cs typeface="ADLaM Display" panose="02010000000000000000" pitchFamily="2" charset="0"/>
            </a:rPr>
            <a:t>Enhances fun and interactivity through the "shake-shake" function</a:t>
          </a:r>
          <a:endParaRPr lang="en-US" sz="1400" kern="1200">
            <a:latin typeface="ADLaM Display" panose="02010000000000000000" pitchFamily="2" charset="0"/>
            <a:ea typeface="ADLaM Display" panose="02010000000000000000" pitchFamily="2" charset="0"/>
            <a:cs typeface="ADLaM Display" panose="02010000000000000000" pitchFamily="2" charset="0"/>
          </a:endParaRPr>
        </a:p>
        <a:p>
          <a:pPr marL="114300" lvl="1" indent="-114300" algn="l" defTabSz="622300">
            <a:lnSpc>
              <a:spcPct val="100000"/>
            </a:lnSpc>
            <a:spcBef>
              <a:spcPct val="0"/>
            </a:spcBef>
            <a:spcAft>
              <a:spcPct val="15000"/>
            </a:spcAft>
            <a:buChar char="•"/>
          </a:pPr>
          <a:r>
            <a:rPr lang="en-US" sz="1400" b="0" i="0" kern="1200" dirty="0">
              <a:latin typeface="ADLaM Display" panose="02010000000000000000" pitchFamily="2" charset="0"/>
              <a:ea typeface="ADLaM Display" panose="02010000000000000000" pitchFamily="2" charset="0"/>
              <a:cs typeface="ADLaM Display" panose="02010000000000000000" pitchFamily="2" charset="0"/>
            </a:rPr>
            <a:t>Provides convenient recipe storage and offline access</a:t>
          </a:r>
          <a:endParaRPr lang="en-US" sz="1400" kern="1200" dirty="0">
            <a:latin typeface="ADLaM Display" panose="02010000000000000000" pitchFamily="2" charset="0"/>
            <a:ea typeface="ADLaM Display" panose="02010000000000000000" pitchFamily="2" charset="0"/>
            <a:cs typeface="ADLaM Display" panose="02010000000000000000" pitchFamily="2" charset="0"/>
          </a:endParaRPr>
        </a:p>
        <a:p>
          <a:pPr marL="114300" lvl="1" indent="-114300" algn="l" defTabSz="622300">
            <a:lnSpc>
              <a:spcPct val="100000"/>
            </a:lnSpc>
            <a:spcBef>
              <a:spcPct val="0"/>
            </a:spcBef>
            <a:spcAft>
              <a:spcPct val="15000"/>
            </a:spcAft>
            <a:buChar char="•"/>
          </a:pPr>
          <a:r>
            <a:rPr lang="en-US" sz="1400" b="0" i="0" kern="1200" dirty="0">
              <a:latin typeface="ADLaM Display" panose="02010000000000000000" pitchFamily="2" charset="0"/>
              <a:ea typeface="ADLaM Display" panose="02010000000000000000" pitchFamily="2" charset="0"/>
              <a:cs typeface="ADLaM Display" panose="02010000000000000000" pitchFamily="2" charset="0"/>
            </a:rPr>
            <a:t>Helps users manage kitchen inventory and shopping lists to improve meal planning efficiency</a:t>
          </a:r>
          <a:endParaRPr lang="en-US" sz="14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5913968" y="593292"/>
        <a:ext cx="5010366" cy="30062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2F4C77-AC91-4AFE-A88C-CCDA1AD44017}">
      <dsp:nvSpPr>
        <dsp:cNvPr id="0" name=""/>
        <dsp:cNvSpPr/>
      </dsp:nvSpPr>
      <dsp:spPr>
        <a:xfrm>
          <a:off x="928968" y="798208"/>
          <a:ext cx="738841" cy="71"/>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8A0AE6-3618-4B83-A203-9EFB9C1AEC79}">
      <dsp:nvSpPr>
        <dsp:cNvPr id="0" name=""/>
        <dsp:cNvSpPr/>
      </dsp:nvSpPr>
      <dsp:spPr>
        <a:xfrm>
          <a:off x="1712139" y="736181"/>
          <a:ext cx="84966" cy="159589"/>
        </a:xfrm>
        <a:prstGeom prst="chevron">
          <a:avLst>
            <a:gd name="adj" fmla="val 90000"/>
          </a:avLst>
        </a:prstGeom>
        <a:solidFill>
          <a:schemeClr val="accent5">
            <a:tint val="40000"/>
            <a:alpha val="90000"/>
            <a:hueOff val="-702627"/>
            <a:satOff val="157"/>
            <a:lumOff val="24"/>
            <a:alphaOff val="0"/>
          </a:schemeClr>
        </a:solidFill>
        <a:ln w="19050" cap="flat" cmpd="sng" algn="ctr">
          <a:solidFill>
            <a:schemeClr val="accent5">
              <a:tint val="40000"/>
              <a:alpha val="90000"/>
              <a:hueOff val="-702627"/>
              <a:satOff val="157"/>
              <a:lumOff val="24"/>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62B99B-D152-4B83-948A-939BD8CB9542}">
      <dsp:nvSpPr>
        <dsp:cNvPr id="0" name=""/>
        <dsp:cNvSpPr/>
      </dsp:nvSpPr>
      <dsp:spPr>
        <a:xfrm>
          <a:off x="476108" y="437739"/>
          <a:ext cx="721009" cy="721009"/>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79" tIns="27979" rIns="27979" bIns="27979" numCol="1" spcCol="1270" anchor="ctr" anchorCtr="0">
          <a:noAutofit/>
        </a:bodyPr>
        <a:lstStyle/>
        <a:p>
          <a:pPr marL="0" lvl="0" indent="0" algn="ctr" defTabSz="1422400">
            <a:lnSpc>
              <a:spcPct val="90000"/>
            </a:lnSpc>
            <a:spcBef>
              <a:spcPct val="0"/>
            </a:spcBef>
            <a:spcAft>
              <a:spcPct val="35000"/>
            </a:spcAft>
            <a:buNone/>
          </a:pPr>
          <a:r>
            <a:rPr lang="en-US" sz="3200" kern="1200"/>
            <a:t>1</a:t>
          </a:r>
        </a:p>
      </dsp:txBody>
      <dsp:txXfrm>
        <a:off x="581697" y="543328"/>
        <a:ext cx="509831" cy="509831"/>
      </dsp:txXfrm>
    </dsp:sp>
    <dsp:sp modelId="{359C24AE-CCED-4137-B320-BC2B5BFD089E}">
      <dsp:nvSpPr>
        <dsp:cNvPr id="0" name=""/>
        <dsp:cNvSpPr/>
      </dsp:nvSpPr>
      <dsp:spPr>
        <a:xfrm>
          <a:off x="5416" y="1324349"/>
          <a:ext cx="1662392" cy="2395574"/>
        </a:xfrm>
        <a:prstGeom prst="upArrowCallout">
          <a:avLst>
            <a:gd name="adj1" fmla="val 50000"/>
            <a:gd name="adj2" fmla="val 20000"/>
            <a:gd name="adj3" fmla="val 20000"/>
            <a:gd name="adj4" fmla="val 100000"/>
          </a:avLst>
        </a:prstGeom>
        <a:solidFill>
          <a:schemeClr val="accent5">
            <a:tint val="40000"/>
            <a:alpha val="90000"/>
            <a:hueOff val="-1405255"/>
            <a:satOff val="314"/>
            <a:lumOff val="47"/>
            <a:alphaOff val="0"/>
          </a:schemeClr>
        </a:solidFill>
        <a:ln w="19050" cap="flat" cmpd="sng" algn="ctr">
          <a:solidFill>
            <a:schemeClr val="accent5">
              <a:tint val="40000"/>
              <a:alpha val="90000"/>
              <a:hueOff val="-1405255"/>
              <a:satOff val="314"/>
              <a:lumOff val="4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131" tIns="165100" rIns="131131" bIns="165100" numCol="1" spcCol="1270" anchor="t" anchorCtr="0">
          <a:noAutofit/>
        </a:bodyPr>
        <a:lstStyle/>
        <a:p>
          <a:pPr marL="0" lvl="0" indent="0" algn="l" defTabSz="488950">
            <a:lnSpc>
              <a:spcPct val="90000"/>
            </a:lnSpc>
            <a:spcBef>
              <a:spcPct val="0"/>
            </a:spcBef>
            <a:spcAft>
              <a:spcPct val="35000"/>
            </a:spcAft>
            <a:buNone/>
          </a:pPr>
          <a:r>
            <a:rPr lang="en-US" sz="1100" b="1" kern="1200" dirty="0"/>
            <a:t>Ingredient-Based Recipe Search</a:t>
          </a:r>
          <a:br>
            <a:rPr lang="en-US" sz="1100" kern="1200" dirty="0"/>
          </a:br>
          <a:r>
            <a:rPr lang="en-US" sz="1100" kern="1200" dirty="0"/>
            <a:t>Users can input or select ingredients (e.g., "chicken, tomato") to discover tailored recipes, encouraging cooking with what’s on hand rather than purchasing extra groceries.</a:t>
          </a:r>
        </a:p>
      </dsp:txBody>
      <dsp:txXfrm>
        <a:off x="5416" y="1656827"/>
        <a:ext cx="1662392" cy="2063096"/>
      </dsp:txXfrm>
    </dsp:sp>
    <dsp:sp modelId="{38347783-A392-4E45-80C9-FDED5BAD613B}">
      <dsp:nvSpPr>
        <dsp:cNvPr id="0" name=""/>
        <dsp:cNvSpPr/>
      </dsp:nvSpPr>
      <dsp:spPr>
        <a:xfrm>
          <a:off x="1852519" y="798208"/>
          <a:ext cx="1662392" cy="72"/>
        </a:xfrm>
        <a:prstGeom prst="rect">
          <a:avLst/>
        </a:prstGeom>
        <a:solidFill>
          <a:schemeClr val="accent5">
            <a:tint val="40000"/>
            <a:alpha val="90000"/>
            <a:hueOff val="-2107882"/>
            <a:satOff val="471"/>
            <a:lumOff val="71"/>
            <a:alphaOff val="0"/>
          </a:schemeClr>
        </a:solidFill>
        <a:ln w="19050" cap="flat" cmpd="sng" algn="ctr">
          <a:solidFill>
            <a:schemeClr val="accent5">
              <a:tint val="40000"/>
              <a:alpha val="90000"/>
              <a:hueOff val="-2107882"/>
              <a:satOff val="471"/>
              <a:lumOff val="71"/>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3316FE-89F9-4BB1-887A-307A0FC50D8C}">
      <dsp:nvSpPr>
        <dsp:cNvPr id="0" name=""/>
        <dsp:cNvSpPr/>
      </dsp:nvSpPr>
      <dsp:spPr>
        <a:xfrm>
          <a:off x="3559242" y="736181"/>
          <a:ext cx="84966" cy="159589"/>
        </a:xfrm>
        <a:prstGeom prst="chevron">
          <a:avLst>
            <a:gd name="adj" fmla="val 90000"/>
          </a:avLst>
        </a:prstGeom>
        <a:solidFill>
          <a:schemeClr val="accent5">
            <a:tint val="40000"/>
            <a:alpha val="90000"/>
            <a:hueOff val="-2810510"/>
            <a:satOff val="628"/>
            <a:lumOff val="94"/>
            <a:alphaOff val="0"/>
          </a:schemeClr>
        </a:solidFill>
        <a:ln w="19050" cap="flat" cmpd="sng" algn="ctr">
          <a:solidFill>
            <a:schemeClr val="accent5">
              <a:tint val="40000"/>
              <a:alpha val="90000"/>
              <a:hueOff val="-2810510"/>
              <a:satOff val="628"/>
              <a:lumOff val="94"/>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D2A230-5B08-4446-A168-9D27D6EB28CB}">
      <dsp:nvSpPr>
        <dsp:cNvPr id="0" name=""/>
        <dsp:cNvSpPr/>
      </dsp:nvSpPr>
      <dsp:spPr>
        <a:xfrm>
          <a:off x="2323211" y="437739"/>
          <a:ext cx="721009" cy="721009"/>
        </a:xfrm>
        <a:prstGeom prst="ellipse">
          <a:avLst/>
        </a:prstGeom>
        <a:solidFill>
          <a:schemeClr val="accent5">
            <a:hueOff val="-2430430"/>
            <a:satOff val="-165"/>
            <a:lumOff val="392"/>
            <a:alphaOff val="0"/>
          </a:schemeClr>
        </a:solidFill>
        <a:ln w="19050" cap="flat" cmpd="sng" algn="ctr">
          <a:solidFill>
            <a:schemeClr val="accent5">
              <a:hueOff val="-2430430"/>
              <a:satOff val="-165"/>
              <a:lumOff val="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79" tIns="27979" rIns="27979" bIns="27979" numCol="1" spcCol="1270" anchor="ctr" anchorCtr="0">
          <a:noAutofit/>
        </a:bodyPr>
        <a:lstStyle/>
        <a:p>
          <a:pPr marL="0" lvl="0" indent="0" algn="ctr" defTabSz="1422400">
            <a:lnSpc>
              <a:spcPct val="90000"/>
            </a:lnSpc>
            <a:spcBef>
              <a:spcPct val="0"/>
            </a:spcBef>
            <a:spcAft>
              <a:spcPct val="35000"/>
            </a:spcAft>
            <a:buNone/>
          </a:pPr>
          <a:r>
            <a:rPr lang="en-US" sz="3200" kern="1200"/>
            <a:t>2</a:t>
          </a:r>
        </a:p>
      </dsp:txBody>
      <dsp:txXfrm>
        <a:off x="2428800" y="543328"/>
        <a:ext cx="509831" cy="509831"/>
      </dsp:txXfrm>
    </dsp:sp>
    <dsp:sp modelId="{D3518D28-1775-4073-A240-43C9C7A77960}">
      <dsp:nvSpPr>
        <dsp:cNvPr id="0" name=""/>
        <dsp:cNvSpPr/>
      </dsp:nvSpPr>
      <dsp:spPr>
        <a:xfrm>
          <a:off x="1852519" y="1324349"/>
          <a:ext cx="1662392" cy="2395574"/>
        </a:xfrm>
        <a:prstGeom prst="upArrowCallout">
          <a:avLst>
            <a:gd name="adj1" fmla="val 50000"/>
            <a:gd name="adj2" fmla="val 20000"/>
            <a:gd name="adj3" fmla="val 20000"/>
            <a:gd name="adj4" fmla="val 100000"/>
          </a:avLst>
        </a:prstGeom>
        <a:solidFill>
          <a:schemeClr val="accent5">
            <a:tint val="40000"/>
            <a:alpha val="90000"/>
            <a:hueOff val="-3513137"/>
            <a:satOff val="784"/>
            <a:lumOff val="118"/>
            <a:alphaOff val="0"/>
          </a:schemeClr>
        </a:solidFill>
        <a:ln w="19050" cap="flat" cmpd="sng" algn="ctr">
          <a:solidFill>
            <a:schemeClr val="accent5">
              <a:tint val="40000"/>
              <a:alpha val="90000"/>
              <a:hueOff val="-3513137"/>
              <a:satOff val="784"/>
              <a:lumOff val="11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131" tIns="165100" rIns="131131" bIns="165100" numCol="1" spcCol="1270" anchor="t" anchorCtr="0">
          <a:noAutofit/>
        </a:bodyPr>
        <a:lstStyle/>
        <a:p>
          <a:pPr marL="0" lvl="0" indent="0" algn="l" defTabSz="488950">
            <a:lnSpc>
              <a:spcPct val="90000"/>
            </a:lnSpc>
            <a:spcBef>
              <a:spcPct val="0"/>
            </a:spcBef>
            <a:spcAft>
              <a:spcPct val="35000"/>
            </a:spcAft>
            <a:buNone/>
          </a:pPr>
          <a:r>
            <a:rPr lang="en-US" sz="1100" b="1" kern="1200" dirty="0"/>
            <a:t>“Shake for Surprise” (Fun Sensor Integration)</a:t>
          </a:r>
          <a:br>
            <a:rPr lang="en-US" sz="1100" kern="1200" dirty="0"/>
          </a:br>
          <a:r>
            <a:rPr lang="en-US" sz="1100" kern="1200" dirty="0"/>
            <a:t>A playful feature where users shake their phone to receive a random recipe suggestion, powered by the accelerometer, making meal planning interactive and fun.</a:t>
          </a:r>
        </a:p>
      </dsp:txBody>
      <dsp:txXfrm>
        <a:off x="1852519" y="1656827"/>
        <a:ext cx="1662392" cy="2063096"/>
      </dsp:txXfrm>
    </dsp:sp>
    <dsp:sp modelId="{8A30911C-47EB-441B-9F70-AC8230606FD8}">
      <dsp:nvSpPr>
        <dsp:cNvPr id="0" name=""/>
        <dsp:cNvSpPr/>
      </dsp:nvSpPr>
      <dsp:spPr>
        <a:xfrm>
          <a:off x="3699622" y="798208"/>
          <a:ext cx="1662392" cy="72"/>
        </a:xfrm>
        <a:prstGeom prst="rect">
          <a:avLst/>
        </a:prstGeom>
        <a:solidFill>
          <a:schemeClr val="accent5">
            <a:tint val="40000"/>
            <a:alpha val="90000"/>
            <a:hueOff val="-4215764"/>
            <a:satOff val="941"/>
            <a:lumOff val="142"/>
            <a:alphaOff val="0"/>
          </a:schemeClr>
        </a:solidFill>
        <a:ln w="19050" cap="flat" cmpd="sng" algn="ctr">
          <a:solidFill>
            <a:schemeClr val="accent5">
              <a:tint val="40000"/>
              <a:alpha val="90000"/>
              <a:hueOff val="-4215764"/>
              <a:satOff val="941"/>
              <a:lumOff val="142"/>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DF8C7C-B931-4744-8BF7-BA7FDDBD17A5}">
      <dsp:nvSpPr>
        <dsp:cNvPr id="0" name=""/>
        <dsp:cNvSpPr/>
      </dsp:nvSpPr>
      <dsp:spPr>
        <a:xfrm>
          <a:off x="5406345" y="736181"/>
          <a:ext cx="84966" cy="159589"/>
        </a:xfrm>
        <a:prstGeom prst="chevron">
          <a:avLst>
            <a:gd name="adj" fmla="val 90000"/>
          </a:avLst>
        </a:prstGeom>
        <a:solidFill>
          <a:schemeClr val="accent5">
            <a:tint val="40000"/>
            <a:alpha val="90000"/>
            <a:hueOff val="-4918392"/>
            <a:satOff val="1098"/>
            <a:lumOff val="165"/>
            <a:alphaOff val="0"/>
          </a:schemeClr>
        </a:solidFill>
        <a:ln w="19050" cap="flat" cmpd="sng" algn="ctr">
          <a:solidFill>
            <a:schemeClr val="accent5">
              <a:tint val="40000"/>
              <a:alpha val="90000"/>
              <a:hueOff val="-4918392"/>
              <a:satOff val="1098"/>
              <a:lumOff val="1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DEC343-5D8B-49CC-B1F5-175DB0C33546}">
      <dsp:nvSpPr>
        <dsp:cNvPr id="0" name=""/>
        <dsp:cNvSpPr/>
      </dsp:nvSpPr>
      <dsp:spPr>
        <a:xfrm>
          <a:off x="4170313" y="437739"/>
          <a:ext cx="721009" cy="721009"/>
        </a:xfrm>
        <a:prstGeom prst="ellipse">
          <a:avLst/>
        </a:prstGeom>
        <a:solidFill>
          <a:schemeClr val="accent5">
            <a:hueOff val="-4860860"/>
            <a:satOff val="-330"/>
            <a:lumOff val="784"/>
            <a:alphaOff val="0"/>
          </a:schemeClr>
        </a:solidFill>
        <a:ln w="19050" cap="flat" cmpd="sng" algn="ctr">
          <a:solidFill>
            <a:schemeClr val="accent5">
              <a:hueOff val="-4860860"/>
              <a:satOff val="-330"/>
              <a:lumOff val="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79" tIns="27979" rIns="27979" bIns="27979" numCol="1" spcCol="1270" anchor="ctr" anchorCtr="0">
          <a:noAutofit/>
        </a:bodyPr>
        <a:lstStyle/>
        <a:p>
          <a:pPr marL="0" lvl="0" indent="0" algn="ctr" defTabSz="1422400">
            <a:lnSpc>
              <a:spcPct val="90000"/>
            </a:lnSpc>
            <a:spcBef>
              <a:spcPct val="0"/>
            </a:spcBef>
            <a:spcAft>
              <a:spcPct val="35000"/>
            </a:spcAft>
            <a:buNone/>
          </a:pPr>
          <a:r>
            <a:rPr lang="en-US" sz="3200" kern="1200"/>
            <a:t>3</a:t>
          </a:r>
        </a:p>
      </dsp:txBody>
      <dsp:txXfrm>
        <a:off x="4275902" y="543328"/>
        <a:ext cx="509831" cy="509831"/>
      </dsp:txXfrm>
    </dsp:sp>
    <dsp:sp modelId="{D9040F45-96D0-462C-8F30-DA0767EB9251}">
      <dsp:nvSpPr>
        <dsp:cNvPr id="0" name=""/>
        <dsp:cNvSpPr/>
      </dsp:nvSpPr>
      <dsp:spPr>
        <a:xfrm>
          <a:off x="3699622" y="1324349"/>
          <a:ext cx="1662392" cy="2395574"/>
        </a:xfrm>
        <a:prstGeom prst="upArrowCallout">
          <a:avLst>
            <a:gd name="adj1" fmla="val 50000"/>
            <a:gd name="adj2" fmla="val 20000"/>
            <a:gd name="adj3" fmla="val 20000"/>
            <a:gd name="adj4" fmla="val 100000"/>
          </a:avLst>
        </a:prstGeom>
        <a:solidFill>
          <a:schemeClr val="accent5">
            <a:tint val="40000"/>
            <a:alpha val="90000"/>
            <a:hueOff val="-5621019"/>
            <a:satOff val="1255"/>
            <a:lumOff val="189"/>
            <a:alphaOff val="0"/>
          </a:schemeClr>
        </a:solidFill>
        <a:ln w="19050" cap="flat" cmpd="sng" algn="ctr">
          <a:solidFill>
            <a:schemeClr val="accent5">
              <a:tint val="40000"/>
              <a:alpha val="90000"/>
              <a:hueOff val="-5621019"/>
              <a:satOff val="1255"/>
              <a:lumOff val="1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131" tIns="165100" rIns="131131" bIns="165100" numCol="1" spcCol="1270" anchor="t" anchorCtr="0">
          <a:noAutofit/>
        </a:bodyPr>
        <a:lstStyle/>
        <a:p>
          <a:pPr marL="0" lvl="0" indent="0" algn="l" defTabSz="488950">
            <a:lnSpc>
              <a:spcPct val="90000"/>
            </a:lnSpc>
            <a:spcBef>
              <a:spcPct val="0"/>
            </a:spcBef>
            <a:spcAft>
              <a:spcPct val="35000"/>
            </a:spcAft>
            <a:buNone/>
          </a:pPr>
          <a:r>
            <a:rPr lang="en-US" sz="1100" b="1" kern="1200"/>
            <a:t>Personal Cookbook (Local Save)</a:t>
          </a:r>
          <a:br>
            <a:rPr lang="en-US" sz="1100" kern="1200"/>
          </a:br>
          <a:r>
            <a:rPr lang="en-US" sz="1100" kern="1200"/>
            <a:t>Save favorite recipes locally for offline access, turning Pantry Pal into a convenient digital recipe book available anytime.</a:t>
          </a:r>
        </a:p>
      </dsp:txBody>
      <dsp:txXfrm>
        <a:off x="3699622" y="1656827"/>
        <a:ext cx="1662392" cy="2063096"/>
      </dsp:txXfrm>
    </dsp:sp>
    <dsp:sp modelId="{EEFAE24D-994F-4089-8AA4-EA32AEA13425}">
      <dsp:nvSpPr>
        <dsp:cNvPr id="0" name=""/>
        <dsp:cNvSpPr/>
      </dsp:nvSpPr>
      <dsp:spPr>
        <a:xfrm>
          <a:off x="5546725" y="798208"/>
          <a:ext cx="1662392" cy="72"/>
        </a:xfrm>
        <a:prstGeom prst="rect">
          <a:avLst/>
        </a:prstGeom>
        <a:solidFill>
          <a:schemeClr val="accent5">
            <a:tint val="40000"/>
            <a:alpha val="90000"/>
            <a:hueOff val="-6323647"/>
            <a:satOff val="1412"/>
            <a:lumOff val="212"/>
            <a:alphaOff val="0"/>
          </a:schemeClr>
        </a:solidFill>
        <a:ln w="19050" cap="flat" cmpd="sng" algn="ctr">
          <a:solidFill>
            <a:schemeClr val="accent5">
              <a:tint val="40000"/>
              <a:alpha val="90000"/>
              <a:hueOff val="-6323647"/>
              <a:satOff val="1412"/>
              <a:lumOff val="212"/>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3C1B6A-922A-4BAE-B2C2-A05E073E7A06}">
      <dsp:nvSpPr>
        <dsp:cNvPr id="0" name=""/>
        <dsp:cNvSpPr/>
      </dsp:nvSpPr>
      <dsp:spPr>
        <a:xfrm>
          <a:off x="7253447" y="736181"/>
          <a:ext cx="84966" cy="159589"/>
        </a:xfrm>
        <a:prstGeom prst="chevron">
          <a:avLst>
            <a:gd name="adj" fmla="val 90000"/>
          </a:avLst>
        </a:prstGeom>
        <a:solidFill>
          <a:schemeClr val="accent5">
            <a:tint val="40000"/>
            <a:alpha val="90000"/>
            <a:hueOff val="-7026274"/>
            <a:satOff val="1569"/>
            <a:lumOff val="236"/>
            <a:alphaOff val="0"/>
          </a:schemeClr>
        </a:solidFill>
        <a:ln w="19050" cap="flat" cmpd="sng" algn="ctr">
          <a:solidFill>
            <a:schemeClr val="accent5">
              <a:tint val="40000"/>
              <a:alpha val="90000"/>
              <a:hueOff val="-7026274"/>
              <a:satOff val="1569"/>
              <a:lumOff val="236"/>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EC0AD6-CA2D-4B5B-BF99-CEDD22763B0B}">
      <dsp:nvSpPr>
        <dsp:cNvPr id="0" name=""/>
        <dsp:cNvSpPr/>
      </dsp:nvSpPr>
      <dsp:spPr>
        <a:xfrm>
          <a:off x="6017416" y="437739"/>
          <a:ext cx="721009" cy="721009"/>
        </a:xfrm>
        <a:prstGeom prst="ellipse">
          <a:avLst/>
        </a:prstGeom>
        <a:solidFill>
          <a:schemeClr val="accent5">
            <a:hueOff val="-7291290"/>
            <a:satOff val="-496"/>
            <a:lumOff val="1177"/>
            <a:alphaOff val="0"/>
          </a:schemeClr>
        </a:solidFill>
        <a:ln w="19050" cap="flat" cmpd="sng" algn="ctr">
          <a:solidFill>
            <a:schemeClr val="accent5">
              <a:hueOff val="-7291290"/>
              <a:satOff val="-496"/>
              <a:lumOff val="1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79" tIns="27979" rIns="27979" bIns="27979" numCol="1" spcCol="1270" anchor="ctr" anchorCtr="0">
          <a:noAutofit/>
        </a:bodyPr>
        <a:lstStyle/>
        <a:p>
          <a:pPr marL="0" lvl="0" indent="0" algn="ctr" defTabSz="1422400">
            <a:lnSpc>
              <a:spcPct val="90000"/>
            </a:lnSpc>
            <a:spcBef>
              <a:spcPct val="0"/>
            </a:spcBef>
            <a:spcAft>
              <a:spcPct val="35000"/>
            </a:spcAft>
            <a:buNone/>
          </a:pPr>
          <a:r>
            <a:rPr lang="en-US" sz="3200" kern="1200"/>
            <a:t>4</a:t>
          </a:r>
        </a:p>
      </dsp:txBody>
      <dsp:txXfrm>
        <a:off x="6123005" y="543328"/>
        <a:ext cx="509831" cy="509831"/>
      </dsp:txXfrm>
    </dsp:sp>
    <dsp:sp modelId="{4465E4E7-DF15-4D51-BBEF-1AB2DC8F5981}">
      <dsp:nvSpPr>
        <dsp:cNvPr id="0" name=""/>
        <dsp:cNvSpPr/>
      </dsp:nvSpPr>
      <dsp:spPr>
        <a:xfrm>
          <a:off x="5546725" y="1324349"/>
          <a:ext cx="1662392" cy="2395574"/>
        </a:xfrm>
        <a:prstGeom prst="upArrowCallout">
          <a:avLst>
            <a:gd name="adj1" fmla="val 50000"/>
            <a:gd name="adj2" fmla="val 20000"/>
            <a:gd name="adj3" fmla="val 20000"/>
            <a:gd name="adj4" fmla="val 100000"/>
          </a:avLst>
        </a:prstGeom>
        <a:solidFill>
          <a:schemeClr val="accent5">
            <a:tint val="40000"/>
            <a:alpha val="90000"/>
            <a:hueOff val="-7728901"/>
            <a:satOff val="1726"/>
            <a:lumOff val="259"/>
            <a:alphaOff val="0"/>
          </a:schemeClr>
        </a:solidFill>
        <a:ln w="19050" cap="flat" cmpd="sng" algn="ctr">
          <a:solidFill>
            <a:schemeClr val="accent5">
              <a:tint val="40000"/>
              <a:alpha val="90000"/>
              <a:hueOff val="-7728901"/>
              <a:satOff val="1726"/>
              <a:lumOff val="2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131" tIns="165100" rIns="131131" bIns="165100" numCol="1" spcCol="1270" anchor="t" anchorCtr="0">
          <a:noAutofit/>
        </a:bodyPr>
        <a:lstStyle/>
        <a:p>
          <a:pPr marL="0" lvl="0" indent="0" algn="l" defTabSz="488950">
            <a:lnSpc>
              <a:spcPct val="90000"/>
            </a:lnSpc>
            <a:spcBef>
              <a:spcPct val="0"/>
            </a:spcBef>
            <a:spcAft>
              <a:spcPct val="35000"/>
            </a:spcAft>
            <a:buNone/>
          </a:pPr>
          <a:r>
            <a:rPr lang="en-US" sz="1100" b="1" kern="1200"/>
            <a:t>Pantry &amp; Grocery Helper</a:t>
          </a:r>
          <a:br>
            <a:rPr lang="en-US" sz="1100" kern="1200"/>
          </a:br>
          <a:r>
            <a:rPr lang="en-US" sz="1100" kern="1200"/>
            <a:t>Track pantry items within the app and, when viewing recipes, see what’s missing—adding needed ingredients to a grocery list for efficient shopping.</a:t>
          </a:r>
        </a:p>
      </dsp:txBody>
      <dsp:txXfrm>
        <a:off x="5546725" y="1656827"/>
        <a:ext cx="1662392" cy="2063096"/>
      </dsp:txXfrm>
    </dsp:sp>
    <dsp:sp modelId="{0E749E32-4876-4A7C-BECF-597D94AADDFF}">
      <dsp:nvSpPr>
        <dsp:cNvPr id="0" name=""/>
        <dsp:cNvSpPr/>
      </dsp:nvSpPr>
      <dsp:spPr>
        <a:xfrm>
          <a:off x="7393827" y="798208"/>
          <a:ext cx="1662392" cy="72"/>
        </a:xfrm>
        <a:prstGeom prst="rect">
          <a:avLst/>
        </a:prstGeom>
        <a:solidFill>
          <a:schemeClr val="accent5">
            <a:tint val="40000"/>
            <a:alpha val="90000"/>
            <a:hueOff val="-8431529"/>
            <a:satOff val="1883"/>
            <a:lumOff val="283"/>
            <a:alphaOff val="0"/>
          </a:schemeClr>
        </a:solidFill>
        <a:ln w="19050" cap="flat" cmpd="sng" algn="ctr">
          <a:solidFill>
            <a:schemeClr val="accent5">
              <a:tint val="40000"/>
              <a:alpha val="90000"/>
              <a:hueOff val="-8431529"/>
              <a:satOff val="1883"/>
              <a:lumOff val="2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67065F-E6A8-47FD-9E10-5AFA3F579B33}">
      <dsp:nvSpPr>
        <dsp:cNvPr id="0" name=""/>
        <dsp:cNvSpPr/>
      </dsp:nvSpPr>
      <dsp:spPr>
        <a:xfrm>
          <a:off x="9100550" y="736181"/>
          <a:ext cx="84966" cy="159589"/>
        </a:xfrm>
        <a:prstGeom prst="chevron">
          <a:avLst>
            <a:gd name="adj" fmla="val 90000"/>
          </a:avLst>
        </a:prstGeom>
        <a:solidFill>
          <a:schemeClr val="accent5">
            <a:tint val="40000"/>
            <a:alpha val="90000"/>
            <a:hueOff val="-9134156"/>
            <a:satOff val="2039"/>
            <a:lumOff val="307"/>
            <a:alphaOff val="0"/>
          </a:schemeClr>
        </a:solidFill>
        <a:ln w="19050" cap="flat" cmpd="sng" algn="ctr">
          <a:solidFill>
            <a:schemeClr val="accent5">
              <a:tint val="40000"/>
              <a:alpha val="90000"/>
              <a:hueOff val="-9134156"/>
              <a:satOff val="2039"/>
              <a:lumOff val="307"/>
              <a:alphaOff val="0"/>
            </a:schemeClr>
          </a:solidFill>
          <a:prstDash val="solid"/>
          <a:miter lim="800000"/>
        </a:ln>
        <a:effectLst/>
      </dsp:spPr>
      <dsp:style>
        <a:lnRef idx="2">
          <a:scrgbClr r="0" g="0" b="0"/>
        </a:lnRef>
        <a:fillRef idx="1">
          <a:scrgbClr r="0" g="0" b="0"/>
        </a:fillRef>
        <a:effectRef idx="0">
          <a:scrgbClr r="0" g="0" b="0"/>
        </a:effectRef>
        <a:fontRef idx="minor"/>
      </dsp:style>
    </dsp:sp>
    <dsp:sp modelId="{B53B0BC2-EDAE-4765-9603-DC98F7DBBF83}">
      <dsp:nvSpPr>
        <dsp:cNvPr id="0" name=""/>
        <dsp:cNvSpPr/>
      </dsp:nvSpPr>
      <dsp:spPr>
        <a:xfrm>
          <a:off x="7864519" y="437739"/>
          <a:ext cx="721009" cy="721009"/>
        </a:xfrm>
        <a:prstGeom prst="ellipse">
          <a:avLst/>
        </a:prstGeom>
        <a:solidFill>
          <a:schemeClr val="accent5">
            <a:hueOff val="-9721720"/>
            <a:satOff val="-661"/>
            <a:lumOff val="1569"/>
            <a:alphaOff val="0"/>
          </a:schemeClr>
        </a:solidFill>
        <a:ln w="19050" cap="flat" cmpd="sng" algn="ctr">
          <a:solidFill>
            <a:schemeClr val="accent5">
              <a:hueOff val="-9721720"/>
              <a:satOff val="-661"/>
              <a:lumOff val="15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79" tIns="27979" rIns="27979" bIns="27979" numCol="1" spcCol="1270" anchor="ctr" anchorCtr="0">
          <a:noAutofit/>
        </a:bodyPr>
        <a:lstStyle/>
        <a:p>
          <a:pPr marL="0" lvl="0" indent="0" algn="ctr" defTabSz="1422400">
            <a:lnSpc>
              <a:spcPct val="90000"/>
            </a:lnSpc>
            <a:spcBef>
              <a:spcPct val="0"/>
            </a:spcBef>
            <a:spcAft>
              <a:spcPct val="35000"/>
            </a:spcAft>
            <a:buNone/>
          </a:pPr>
          <a:r>
            <a:rPr lang="en-US" sz="3200" kern="1200"/>
            <a:t>5</a:t>
          </a:r>
        </a:p>
      </dsp:txBody>
      <dsp:txXfrm>
        <a:off x="7970108" y="543328"/>
        <a:ext cx="509831" cy="509831"/>
      </dsp:txXfrm>
    </dsp:sp>
    <dsp:sp modelId="{98C66939-C52F-48B2-B758-0E0EE98FA847}">
      <dsp:nvSpPr>
        <dsp:cNvPr id="0" name=""/>
        <dsp:cNvSpPr/>
      </dsp:nvSpPr>
      <dsp:spPr>
        <a:xfrm>
          <a:off x="7393827" y="1324349"/>
          <a:ext cx="1662392" cy="2395574"/>
        </a:xfrm>
        <a:prstGeom prst="upArrowCallout">
          <a:avLst>
            <a:gd name="adj1" fmla="val 50000"/>
            <a:gd name="adj2" fmla="val 20000"/>
            <a:gd name="adj3" fmla="val 20000"/>
            <a:gd name="adj4" fmla="val 100000"/>
          </a:avLst>
        </a:prstGeom>
        <a:solidFill>
          <a:schemeClr val="accent5">
            <a:tint val="40000"/>
            <a:alpha val="90000"/>
            <a:hueOff val="-9836784"/>
            <a:satOff val="2196"/>
            <a:lumOff val="330"/>
            <a:alphaOff val="0"/>
          </a:schemeClr>
        </a:solidFill>
        <a:ln w="19050" cap="flat" cmpd="sng" algn="ctr">
          <a:solidFill>
            <a:schemeClr val="accent5">
              <a:tint val="40000"/>
              <a:alpha val="90000"/>
              <a:hueOff val="-9836784"/>
              <a:satOff val="2196"/>
              <a:lumOff val="3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131" tIns="165100" rIns="131131" bIns="165100" numCol="1" spcCol="1270" anchor="t" anchorCtr="0">
          <a:noAutofit/>
        </a:bodyPr>
        <a:lstStyle/>
        <a:p>
          <a:pPr marL="0" lvl="0" indent="0" algn="l" defTabSz="488950">
            <a:lnSpc>
              <a:spcPct val="90000"/>
            </a:lnSpc>
            <a:spcBef>
              <a:spcPct val="0"/>
            </a:spcBef>
            <a:spcAft>
              <a:spcPct val="35000"/>
            </a:spcAft>
            <a:buNone/>
          </a:pPr>
          <a:r>
            <a:rPr lang="en-US" sz="1100" b="1" kern="1200" dirty="0"/>
            <a:t>Clean UI &amp; Accessibility</a:t>
          </a:r>
          <a:br>
            <a:rPr lang="en-US" sz="1100" kern="1200" dirty="0"/>
          </a:br>
          <a:r>
            <a:rPr lang="en-US" sz="1100" kern="1200" dirty="0"/>
            <a:t>A simple, readable interface with proper contrast, dark mode, voice input search, and screen reader support ensures a delightful experience for all users.</a:t>
          </a:r>
        </a:p>
      </dsp:txBody>
      <dsp:txXfrm>
        <a:off x="7393827" y="1656827"/>
        <a:ext cx="1662392" cy="2063096"/>
      </dsp:txXfrm>
    </dsp:sp>
    <dsp:sp modelId="{2AAA8E33-86FA-4597-B9C1-BB65F5D4FE16}">
      <dsp:nvSpPr>
        <dsp:cNvPr id="0" name=""/>
        <dsp:cNvSpPr/>
      </dsp:nvSpPr>
      <dsp:spPr>
        <a:xfrm>
          <a:off x="9240930" y="798208"/>
          <a:ext cx="831196" cy="72"/>
        </a:xfrm>
        <a:prstGeom prst="rect">
          <a:avLst/>
        </a:prstGeom>
        <a:solidFill>
          <a:schemeClr val="accent5">
            <a:tint val="40000"/>
            <a:alpha val="90000"/>
            <a:hueOff val="-10539411"/>
            <a:satOff val="2353"/>
            <a:lumOff val="354"/>
            <a:alphaOff val="0"/>
          </a:schemeClr>
        </a:solidFill>
        <a:ln w="19050" cap="flat" cmpd="sng" algn="ctr">
          <a:solidFill>
            <a:schemeClr val="accent5">
              <a:tint val="40000"/>
              <a:alpha val="90000"/>
              <a:hueOff val="-10539411"/>
              <a:satOff val="2353"/>
              <a:lumOff val="354"/>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7B9CAF-4AE8-4707-8C3C-031DF7796980}">
      <dsp:nvSpPr>
        <dsp:cNvPr id="0" name=""/>
        <dsp:cNvSpPr/>
      </dsp:nvSpPr>
      <dsp:spPr>
        <a:xfrm>
          <a:off x="9711622" y="437739"/>
          <a:ext cx="721009" cy="721009"/>
        </a:xfrm>
        <a:prstGeom prst="ellips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79" tIns="27979" rIns="27979" bIns="27979" numCol="1" spcCol="1270" anchor="ctr" anchorCtr="0">
          <a:noAutofit/>
        </a:bodyPr>
        <a:lstStyle/>
        <a:p>
          <a:pPr marL="0" lvl="0" indent="0" algn="ctr" defTabSz="1422400">
            <a:lnSpc>
              <a:spcPct val="90000"/>
            </a:lnSpc>
            <a:spcBef>
              <a:spcPct val="0"/>
            </a:spcBef>
            <a:spcAft>
              <a:spcPct val="35000"/>
            </a:spcAft>
            <a:buNone/>
          </a:pPr>
          <a:r>
            <a:rPr lang="en-US" sz="3200" kern="1200"/>
            <a:t>6</a:t>
          </a:r>
        </a:p>
      </dsp:txBody>
      <dsp:txXfrm>
        <a:off x="9817211" y="543328"/>
        <a:ext cx="509831" cy="509831"/>
      </dsp:txXfrm>
    </dsp:sp>
    <dsp:sp modelId="{70DCAF96-4839-4BD3-88CA-F6D4A64079DD}">
      <dsp:nvSpPr>
        <dsp:cNvPr id="0" name=""/>
        <dsp:cNvSpPr/>
      </dsp:nvSpPr>
      <dsp:spPr>
        <a:xfrm>
          <a:off x="9240930" y="1324349"/>
          <a:ext cx="1662392" cy="2395574"/>
        </a:xfrm>
        <a:prstGeom prst="upArrowCallout">
          <a:avLst>
            <a:gd name="adj1" fmla="val 50000"/>
            <a:gd name="adj2" fmla="val 20000"/>
            <a:gd name="adj3" fmla="val 20000"/>
            <a:gd name="adj4" fmla="val 100000"/>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131" tIns="165100" rIns="131131" bIns="165100" numCol="1" spcCol="1270" anchor="t" anchorCtr="0">
          <a:noAutofit/>
        </a:bodyPr>
        <a:lstStyle/>
        <a:p>
          <a:pPr marL="0" lvl="0" indent="0" algn="l" defTabSz="488950">
            <a:lnSpc>
              <a:spcPct val="90000"/>
            </a:lnSpc>
            <a:spcBef>
              <a:spcPct val="0"/>
            </a:spcBef>
            <a:spcAft>
              <a:spcPct val="35000"/>
            </a:spcAft>
            <a:buNone/>
          </a:pPr>
          <a:r>
            <a:rPr lang="en-US" sz="1100" b="1" kern="1200"/>
            <a:t>Potential Feature: AI recognition to update inventory</a:t>
          </a:r>
          <a:br>
            <a:rPr lang="en-US" sz="1100" kern="1200"/>
          </a:br>
          <a:r>
            <a:rPr lang="en-US" sz="1100" kern="1200"/>
            <a:t>Call up the device camera and update the food pantry in the app by taking photos of existing ingredients, which the AI then recognizes as text.</a:t>
          </a:r>
        </a:p>
      </dsp:txBody>
      <dsp:txXfrm>
        <a:off x="9240930" y="1656827"/>
        <a:ext cx="1662392" cy="20630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0384D8-2075-4C55-9A7F-101B1EBFDE0E}">
      <dsp:nvSpPr>
        <dsp:cNvPr id="0" name=""/>
        <dsp:cNvSpPr/>
      </dsp:nvSpPr>
      <dsp:spPr>
        <a:xfrm>
          <a:off x="0" y="445621"/>
          <a:ext cx="10515600" cy="990675"/>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54076" rIns="816127" bIns="120904"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ADLaM Display" panose="02010000000000000000" pitchFamily="2" charset="0"/>
              <a:ea typeface="ADLaM Display" panose="02010000000000000000" pitchFamily="2" charset="0"/>
              <a:cs typeface="ADLaM Display" panose="02010000000000000000" pitchFamily="2" charset="0"/>
            </a:rPr>
            <a:t>A local database stores saved recipes and pantry lists, enabling offline access and quick retrieval for the Personal Cookbook and Pantry &amp; Grocery Helper features.</a:t>
          </a:r>
          <a:endParaRPr lang="en-US" sz="17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0" y="445621"/>
        <a:ext cx="10515600" cy="990675"/>
      </dsp:txXfrm>
    </dsp:sp>
    <dsp:sp modelId="{A194DD96-3E8F-401E-9253-1794B5BFECEB}">
      <dsp:nvSpPr>
        <dsp:cNvPr id="0" name=""/>
        <dsp:cNvSpPr/>
      </dsp:nvSpPr>
      <dsp:spPr>
        <a:xfrm>
          <a:off x="525780" y="194701"/>
          <a:ext cx="7360920" cy="5018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55650">
            <a:lnSpc>
              <a:spcPct val="90000"/>
            </a:lnSpc>
            <a:spcBef>
              <a:spcPct val="0"/>
            </a:spcBef>
            <a:spcAft>
              <a:spcPct val="35000"/>
            </a:spcAft>
            <a:buNone/>
          </a:pPr>
          <a:r>
            <a:rPr lang="en-US" sz="1700" b="1" i="0" kern="1200" dirty="0"/>
            <a:t>Database:</a:t>
          </a:r>
          <a:endParaRPr lang="en-US" sz="1700" kern="1200" dirty="0"/>
        </a:p>
      </dsp:txBody>
      <dsp:txXfrm>
        <a:off x="550278" y="219199"/>
        <a:ext cx="7311924" cy="452844"/>
      </dsp:txXfrm>
    </dsp:sp>
    <dsp:sp modelId="{27AA68E0-5F6E-46A8-80FC-C76D255C797F}">
      <dsp:nvSpPr>
        <dsp:cNvPr id="0" name=""/>
        <dsp:cNvSpPr/>
      </dsp:nvSpPr>
      <dsp:spPr>
        <a:xfrm>
          <a:off x="0" y="1779016"/>
          <a:ext cx="10515600" cy="990675"/>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54076" rIns="816127" bIns="120904"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ADLaM Display" panose="02010000000000000000" pitchFamily="2" charset="0"/>
              <a:ea typeface="ADLaM Display" panose="02010000000000000000" pitchFamily="2" charset="0"/>
              <a:cs typeface="ADLaM Display" panose="02010000000000000000" pitchFamily="2" charset="0"/>
            </a:rPr>
            <a:t>Integrates with the </a:t>
          </a:r>
          <a:r>
            <a:rPr lang="en-US" sz="1700" b="0" i="0" kern="1200" dirty="0" err="1">
              <a:latin typeface="ADLaM Display" panose="02010000000000000000" pitchFamily="2" charset="0"/>
              <a:ea typeface="ADLaM Display" panose="02010000000000000000" pitchFamily="2" charset="0"/>
              <a:cs typeface="ADLaM Display" panose="02010000000000000000" pitchFamily="2" charset="0"/>
            </a:rPr>
            <a:t>Edamam</a:t>
          </a:r>
          <a:r>
            <a:rPr lang="en-US" sz="1700" b="0" i="0" kern="1200" dirty="0">
              <a:latin typeface="ADLaM Display" panose="02010000000000000000" pitchFamily="2" charset="0"/>
              <a:ea typeface="ADLaM Display" panose="02010000000000000000" pitchFamily="2" charset="0"/>
              <a:cs typeface="ADLaM Display" panose="02010000000000000000" pitchFamily="2" charset="0"/>
            </a:rPr>
            <a:t> Recipe API </a:t>
          </a:r>
          <a:r>
            <a:rPr lang="en-US" sz="1700" b="0" i="0" u="sng" kern="1200" dirty="0" err="1">
              <a:latin typeface="ADLaM Display" panose="02010000000000000000" pitchFamily="2" charset="0"/>
              <a:ea typeface="ADLaM Display" panose="02010000000000000000" pitchFamily="2" charset="0"/>
              <a:cs typeface="ADLaM Display" panose="02010000000000000000" pitchFamily="2" charset="0"/>
              <a:hlinkClick xmlns:r="http://schemas.openxmlformats.org/officeDocument/2006/relationships" r:id="rId1"/>
            </a:rPr>
            <a:t>Edamam</a:t>
          </a:r>
          <a:r>
            <a:rPr lang="en-US" sz="1700" b="0" i="0" u="sng" kern="1200" dirty="0">
              <a:latin typeface="ADLaM Display" panose="02010000000000000000" pitchFamily="2" charset="0"/>
              <a:ea typeface="ADLaM Display" panose="02010000000000000000" pitchFamily="2" charset="0"/>
              <a:cs typeface="ADLaM Display" panose="02010000000000000000" pitchFamily="2" charset="0"/>
              <a:hlinkClick xmlns:r="http://schemas.openxmlformats.org/officeDocument/2006/relationships" r:id="rId1"/>
            </a:rPr>
            <a:t> Recipe </a:t>
          </a:r>
          <a:r>
            <a:rPr lang="en-US" sz="1700" b="0" i="0" u="sng" kern="1200" dirty="0" err="1">
              <a:latin typeface="ADLaM Display" panose="02010000000000000000" pitchFamily="2" charset="0"/>
              <a:ea typeface="ADLaM Display" panose="02010000000000000000" pitchFamily="2" charset="0"/>
              <a:cs typeface="ADLaM Display" panose="02010000000000000000" pitchFamily="2" charset="0"/>
              <a:hlinkClick xmlns:r="http://schemas.openxmlformats.org/officeDocument/2006/relationships" r:id="rId1"/>
            </a:rPr>
            <a:t>API</a:t>
          </a:r>
          <a:r>
            <a:rPr lang="en-US" sz="1700" b="0" i="0" kern="1200" dirty="0" err="1">
              <a:latin typeface="ADLaM Display" panose="02010000000000000000" pitchFamily="2" charset="0"/>
              <a:ea typeface="ADLaM Display" panose="02010000000000000000" pitchFamily="2" charset="0"/>
              <a:cs typeface="ADLaM Display" panose="02010000000000000000" pitchFamily="2" charset="0"/>
            </a:rPr>
            <a:t>to</a:t>
          </a:r>
          <a:r>
            <a:rPr lang="en-US" sz="1700" b="0" i="0" kern="1200" dirty="0">
              <a:latin typeface="ADLaM Display" panose="02010000000000000000" pitchFamily="2" charset="0"/>
              <a:ea typeface="ADLaM Display" panose="02010000000000000000" pitchFamily="2" charset="0"/>
              <a:cs typeface="ADLaM Display" panose="02010000000000000000" pitchFamily="2" charset="0"/>
            </a:rPr>
            <a:t> fetch recipes based on user-entered ingredients.</a:t>
          </a:r>
          <a:endParaRPr lang="en-US" sz="17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0" y="1779016"/>
        <a:ext cx="10515600" cy="990675"/>
      </dsp:txXfrm>
    </dsp:sp>
    <dsp:sp modelId="{F44155E7-8D06-49A0-BDA2-F134FEFF0337}">
      <dsp:nvSpPr>
        <dsp:cNvPr id="0" name=""/>
        <dsp:cNvSpPr/>
      </dsp:nvSpPr>
      <dsp:spPr>
        <a:xfrm>
          <a:off x="525780" y="1528096"/>
          <a:ext cx="7360920" cy="5018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55650">
            <a:lnSpc>
              <a:spcPct val="90000"/>
            </a:lnSpc>
            <a:spcBef>
              <a:spcPct val="0"/>
            </a:spcBef>
            <a:spcAft>
              <a:spcPct val="35000"/>
            </a:spcAft>
            <a:buNone/>
          </a:pPr>
          <a:r>
            <a:rPr lang="en-US" sz="1700" b="1" i="0" kern="1200"/>
            <a:t>API：</a:t>
          </a:r>
          <a:endParaRPr lang="en-US" sz="1700" kern="1200"/>
        </a:p>
      </dsp:txBody>
      <dsp:txXfrm>
        <a:off x="550278" y="1552594"/>
        <a:ext cx="7311924" cy="452844"/>
      </dsp:txXfrm>
    </dsp:sp>
    <dsp:sp modelId="{EEA547FA-5BB1-43FA-AE68-B530D73260F9}">
      <dsp:nvSpPr>
        <dsp:cNvPr id="0" name=""/>
        <dsp:cNvSpPr/>
      </dsp:nvSpPr>
      <dsp:spPr>
        <a:xfrm>
          <a:off x="0" y="3112411"/>
          <a:ext cx="10515600" cy="1044225"/>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54076" rIns="816127" bIns="120904" numCol="1" spcCol="1270" anchor="t" anchorCtr="0">
          <a:noAutofit/>
        </a:bodyPr>
        <a:lstStyle/>
        <a:p>
          <a:pPr marL="171450" lvl="1" indent="-171450" algn="l" defTabSz="755650">
            <a:lnSpc>
              <a:spcPct val="90000"/>
            </a:lnSpc>
            <a:spcBef>
              <a:spcPct val="0"/>
            </a:spcBef>
            <a:spcAft>
              <a:spcPct val="15000"/>
            </a:spcAft>
            <a:buChar char="•"/>
          </a:pPr>
          <a:r>
            <a:rPr lang="en-US" sz="1700" b="1" i="0" kern="1200">
              <a:latin typeface="ADLaM Display" panose="02010000000000000000" pitchFamily="2" charset="0"/>
              <a:ea typeface="ADLaM Display" panose="02010000000000000000" pitchFamily="2" charset="0"/>
              <a:cs typeface="ADLaM Display" panose="02010000000000000000" pitchFamily="2" charset="0"/>
            </a:rPr>
            <a:t>Accelerometer:</a:t>
          </a:r>
          <a:r>
            <a:rPr lang="en-US" sz="1700" b="0" i="0" kern="1200">
              <a:latin typeface="ADLaM Display" panose="02010000000000000000" pitchFamily="2" charset="0"/>
              <a:ea typeface="ADLaM Display" panose="02010000000000000000" pitchFamily="2" charset="0"/>
              <a:cs typeface="ADLaM Display" panose="02010000000000000000" pitchFamily="2" charset="0"/>
            </a:rPr>
            <a:t> Detects phone shakes to trigger the "Shake for Surprise" feature.</a:t>
          </a:r>
          <a:endParaRPr lang="en-US" sz="1700" kern="1200">
            <a:latin typeface="ADLaM Display" panose="02010000000000000000" pitchFamily="2" charset="0"/>
            <a:ea typeface="ADLaM Display" panose="02010000000000000000" pitchFamily="2" charset="0"/>
            <a:cs typeface="ADLaM Display" panose="02010000000000000000" pitchFamily="2" charset="0"/>
          </a:endParaRPr>
        </a:p>
        <a:p>
          <a:pPr marL="171450" lvl="1" indent="-171450" algn="l" defTabSz="755650">
            <a:lnSpc>
              <a:spcPct val="90000"/>
            </a:lnSpc>
            <a:spcBef>
              <a:spcPct val="0"/>
            </a:spcBef>
            <a:spcAft>
              <a:spcPct val="15000"/>
            </a:spcAft>
            <a:buChar char="•"/>
          </a:pPr>
          <a:r>
            <a:rPr lang="en-US" sz="1700" b="1" i="0" kern="1200" dirty="0">
              <a:latin typeface="ADLaM Display" panose="02010000000000000000" pitchFamily="2" charset="0"/>
              <a:ea typeface="ADLaM Display" panose="02010000000000000000" pitchFamily="2" charset="0"/>
              <a:cs typeface="ADLaM Display" panose="02010000000000000000" pitchFamily="2" charset="0"/>
            </a:rPr>
            <a:t>Microphone:</a:t>
          </a:r>
          <a:r>
            <a:rPr lang="en-US" sz="1700" b="0" i="0" kern="1200" dirty="0">
              <a:latin typeface="ADLaM Display" panose="02010000000000000000" pitchFamily="2" charset="0"/>
              <a:ea typeface="ADLaM Display" panose="02010000000000000000" pitchFamily="2" charset="0"/>
              <a:cs typeface="ADLaM Display" panose="02010000000000000000" pitchFamily="2" charset="0"/>
            </a:rPr>
            <a:t> Supports voice input for hands-free recipe or ingredient searches.</a:t>
          </a:r>
          <a:endParaRPr lang="en-US" sz="1700" kern="1200" dirty="0">
            <a:latin typeface="ADLaM Display" panose="02010000000000000000" pitchFamily="2" charset="0"/>
            <a:ea typeface="ADLaM Display" panose="02010000000000000000" pitchFamily="2" charset="0"/>
            <a:cs typeface="ADLaM Display" panose="02010000000000000000" pitchFamily="2" charset="0"/>
          </a:endParaRPr>
        </a:p>
      </dsp:txBody>
      <dsp:txXfrm>
        <a:off x="0" y="3112411"/>
        <a:ext cx="10515600" cy="1044225"/>
      </dsp:txXfrm>
    </dsp:sp>
    <dsp:sp modelId="{3DB999C2-D8D1-418B-9370-6BE6ADD95AF2}">
      <dsp:nvSpPr>
        <dsp:cNvPr id="0" name=""/>
        <dsp:cNvSpPr/>
      </dsp:nvSpPr>
      <dsp:spPr>
        <a:xfrm>
          <a:off x="525780" y="2861491"/>
          <a:ext cx="7360920" cy="5018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55650">
            <a:lnSpc>
              <a:spcPct val="90000"/>
            </a:lnSpc>
            <a:spcBef>
              <a:spcPct val="0"/>
            </a:spcBef>
            <a:spcAft>
              <a:spcPct val="35000"/>
            </a:spcAft>
            <a:buNone/>
          </a:pPr>
          <a:r>
            <a:rPr lang="en-US" sz="1700" b="1" i="0" kern="1200"/>
            <a:t>Sensors:</a:t>
          </a:r>
          <a:endParaRPr lang="en-US" sz="1700" kern="1200"/>
        </a:p>
      </dsp:txBody>
      <dsp:txXfrm>
        <a:off x="550278" y="2885989"/>
        <a:ext cx="7311924"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1DDF56-10AD-4462-8739-8DB0EE2CBA38}">
      <dsp:nvSpPr>
        <dsp:cNvPr id="0" name=""/>
        <dsp:cNvSpPr/>
      </dsp:nvSpPr>
      <dsp:spPr>
        <a:xfrm>
          <a:off x="0" y="24398"/>
          <a:ext cx="10515600" cy="10810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dirty="0"/>
            <a:t>Reduced Food Waste:</a:t>
          </a:r>
          <a:endParaRPr lang="en-US" sz="4400" kern="1200" dirty="0"/>
        </a:p>
      </dsp:txBody>
      <dsp:txXfrm>
        <a:off x="52774" y="77172"/>
        <a:ext cx="10410052" cy="975532"/>
      </dsp:txXfrm>
    </dsp:sp>
    <dsp:sp modelId="{CA0E56C1-EADD-4457-8237-CD5B907FFFB1}">
      <dsp:nvSpPr>
        <dsp:cNvPr id="0" name=""/>
        <dsp:cNvSpPr/>
      </dsp:nvSpPr>
      <dsp:spPr>
        <a:xfrm>
          <a:off x="0" y="1105478"/>
          <a:ext cx="10515600" cy="107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55880" rIns="312928" bIns="55880" numCol="1" spcCol="1270" anchor="t" anchorCtr="0">
          <a:noAutofit/>
        </a:bodyPr>
        <a:lstStyle/>
        <a:p>
          <a:pPr marL="285750" lvl="1" indent="-285750" algn="l" defTabSz="1511300">
            <a:lnSpc>
              <a:spcPct val="90000"/>
            </a:lnSpc>
            <a:spcBef>
              <a:spcPct val="0"/>
            </a:spcBef>
            <a:spcAft>
              <a:spcPct val="20000"/>
            </a:spcAft>
            <a:buChar char="•"/>
          </a:pPr>
          <a:r>
            <a:rPr lang="en-US" sz="3400" b="0" i="0" kern="1200"/>
            <a:t>Users utilize pantry staples efficiently, cutting unnecessary purchases.</a:t>
          </a:r>
          <a:endParaRPr lang="en-US" sz="3400" kern="1200"/>
        </a:p>
      </dsp:txBody>
      <dsp:txXfrm>
        <a:off x="0" y="1105478"/>
        <a:ext cx="10515600" cy="1070190"/>
      </dsp:txXfrm>
    </dsp:sp>
    <dsp:sp modelId="{2BB8779C-6CC4-453E-9452-4D9B719ED77E}">
      <dsp:nvSpPr>
        <dsp:cNvPr id="0" name=""/>
        <dsp:cNvSpPr/>
      </dsp:nvSpPr>
      <dsp:spPr>
        <a:xfrm>
          <a:off x="0" y="2175669"/>
          <a:ext cx="10515600" cy="10810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b="1" i="0" kern="1200"/>
            <a:t>Enhanced User Experience:</a:t>
          </a:r>
          <a:endParaRPr lang="en-US" sz="4400" kern="1200"/>
        </a:p>
      </dsp:txBody>
      <dsp:txXfrm>
        <a:off x="52774" y="2228443"/>
        <a:ext cx="10410052" cy="975532"/>
      </dsp:txXfrm>
    </dsp:sp>
    <dsp:sp modelId="{023533F2-70CF-47C7-B499-D97915048135}">
      <dsp:nvSpPr>
        <dsp:cNvPr id="0" name=""/>
        <dsp:cNvSpPr/>
      </dsp:nvSpPr>
      <dsp:spPr>
        <a:xfrm>
          <a:off x="0" y="3256749"/>
          <a:ext cx="10515600" cy="107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55880" rIns="312928" bIns="55880" numCol="1" spcCol="1270" anchor="t" anchorCtr="0">
          <a:noAutofit/>
        </a:bodyPr>
        <a:lstStyle/>
        <a:p>
          <a:pPr marL="285750" lvl="1" indent="-285750" algn="l" defTabSz="1511300">
            <a:lnSpc>
              <a:spcPct val="90000"/>
            </a:lnSpc>
            <a:spcBef>
              <a:spcPct val="0"/>
            </a:spcBef>
            <a:spcAft>
              <a:spcPct val="20000"/>
            </a:spcAft>
            <a:buChar char="•"/>
          </a:pPr>
          <a:r>
            <a:rPr lang="en-US" sz="3400" b="0" i="0" kern="1200"/>
            <a:t>Engaging features (e.g., shake-to-discover) and intuitive design drive retention.</a:t>
          </a:r>
          <a:endParaRPr lang="en-US" sz="3400" kern="1200"/>
        </a:p>
      </dsp:txBody>
      <dsp:txXfrm>
        <a:off x="0" y="3256749"/>
        <a:ext cx="10515600" cy="1070190"/>
      </dsp:txXfrm>
    </dsp:sp>
  </dsp:spTree>
</dsp:drawing>
</file>

<file path=ppt/diagrams/layout1.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5T02:27:15.149"/>
    </inkml:context>
    <inkml:brush xml:id="br0">
      <inkml:brushProperty name="width" value="0.05" units="cm"/>
      <inkml:brushProperty name="height" value="0.05" units="cm"/>
      <inkml:brushProperty name="color" value="#AE198D"/>
      <inkml:brushProperty name="inkEffects" value="galaxy"/>
      <inkml:brushProperty name="anchorX" value="203.50563"/>
      <inkml:brushProperty name="anchorY" value="-591.82031"/>
      <inkml:brushProperty name="scaleFactor" value="0.5"/>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F2F41B-3B21-45BD-800E-3B0B03173674}" type="datetimeFigureOut">
              <a:rPr lang="en-US" smtClean="0"/>
              <a:t>3/24/2025</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3A4A48-69B0-418D-B579-E7C5E78B46A3}" type="slidenum">
              <a:rPr lang="en-US" smtClean="0"/>
              <a:t>‹#›</a:t>
            </a:fld>
            <a:endParaRPr lang="en-US"/>
          </a:p>
        </p:txBody>
      </p:sp>
    </p:spTree>
    <p:extLst>
      <p:ext uri="{BB962C8B-B14F-4D97-AF65-F5344CB8AC3E}">
        <p14:creationId xmlns:p14="http://schemas.microsoft.com/office/powerpoint/2010/main" val="3722291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"Pantry Pal is designed with the goal of reducing food waste and making meal planning simpler. Imagine coming home, opening your fridge, and instantly knowing exactly what delicious meal you can create with what’s already inside. Whether you're a seasoned cook or just starting, Pantry Pal aims to turn meal prep into an enjoyable, creative process, minimizing unnecessary grocery shopping and helping you manage your pantry effectively."</a:t>
            </a:r>
          </a:p>
        </p:txBody>
      </p:sp>
      <p:sp>
        <p:nvSpPr>
          <p:cNvPr id="4" name="灯片编号占位符 3"/>
          <p:cNvSpPr>
            <a:spLocks noGrp="1"/>
          </p:cNvSpPr>
          <p:nvPr>
            <p:ph type="sldNum" sz="quarter" idx="5"/>
          </p:nvPr>
        </p:nvSpPr>
        <p:spPr/>
        <p:txBody>
          <a:bodyPr/>
          <a:lstStyle/>
          <a:p>
            <a:fld id="{FD3A4A48-69B0-418D-B579-E7C5E78B46A3}" type="slidenum">
              <a:rPr lang="en-US" smtClean="0"/>
              <a:t>2</a:t>
            </a:fld>
            <a:endParaRPr lang="en-US"/>
          </a:p>
        </p:txBody>
      </p:sp>
    </p:spTree>
    <p:extLst>
      <p:ext uri="{BB962C8B-B14F-4D97-AF65-F5344CB8AC3E}">
        <p14:creationId xmlns:p14="http://schemas.microsoft.com/office/powerpoint/2010/main" val="2199232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"Our target users range from cooking enthusiasts who enjoy experimenting with new recipes, to busy individuals or beginners looking for quick, practical meal suggestions. Pantry Pal caters specifically to those who want to save time, money, and reduce waste by utilizing ingredients they already own, transforming everyday cooking into an exciting and stress-free experience."</a:t>
            </a:r>
          </a:p>
        </p:txBody>
      </p:sp>
      <p:sp>
        <p:nvSpPr>
          <p:cNvPr id="4" name="灯片编号占位符 3"/>
          <p:cNvSpPr>
            <a:spLocks noGrp="1"/>
          </p:cNvSpPr>
          <p:nvPr>
            <p:ph type="sldNum" sz="quarter" idx="5"/>
          </p:nvPr>
        </p:nvSpPr>
        <p:spPr/>
        <p:txBody>
          <a:bodyPr/>
          <a:lstStyle/>
          <a:p>
            <a:fld id="{FD3A4A48-69B0-418D-B579-E7C5E78B46A3}" type="slidenum">
              <a:rPr lang="en-US" smtClean="0"/>
              <a:t>3</a:t>
            </a:fld>
            <a:endParaRPr lang="en-US"/>
          </a:p>
        </p:txBody>
      </p:sp>
    </p:spTree>
    <p:extLst>
      <p:ext uri="{BB962C8B-B14F-4D97-AF65-F5344CB8AC3E}">
        <p14:creationId xmlns:p14="http://schemas.microsoft.com/office/powerpoint/2010/main" val="599950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"Pantry Pal provides several key features to enhance the cooking experience. </a:t>
            </a:r>
            <a:br>
              <a:rPr lang="en-US" dirty="0"/>
            </a:br>
            <a:br>
              <a:rPr lang="en-US" dirty="0"/>
            </a:br>
            <a:r>
              <a:rPr lang="en-US" dirty="0"/>
              <a:t>The primary feature is our ingredient-based search, where users simply input available ingredients to find suitable recipes. We also include a fun and interactive 'Shake to Surprise' function—just shake your device to discover random recipes. Additionally, users can manage their pantry items within the app, tracking what ingredients they have or need, and even generate automatic shopping lists based on selected recipes."</a:t>
            </a:r>
          </a:p>
        </p:txBody>
      </p:sp>
      <p:sp>
        <p:nvSpPr>
          <p:cNvPr id="4" name="灯片编号占位符 3"/>
          <p:cNvSpPr>
            <a:spLocks noGrp="1"/>
          </p:cNvSpPr>
          <p:nvPr>
            <p:ph type="sldNum" sz="quarter" idx="5"/>
          </p:nvPr>
        </p:nvSpPr>
        <p:spPr/>
        <p:txBody>
          <a:bodyPr/>
          <a:lstStyle/>
          <a:p>
            <a:fld id="{FD3A4A48-69B0-418D-B579-E7C5E78B46A3}" type="slidenum">
              <a:rPr lang="en-US" smtClean="0"/>
              <a:t>4</a:t>
            </a:fld>
            <a:endParaRPr lang="en-US"/>
          </a:p>
        </p:txBody>
      </p:sp>
    </p:spTree>
    <p:extLst>
      <p:ext uri="{BB962C8B-B14F-4D97-AF65-F5344CB8AC3E}">
        <p14:creationId xmlns:p14="http://schemas.microsoft.com/office/powerpoint/2010/main" val="215824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"To build a robust and user-friendly app, we've chosen modern technologies and best practices. Pantry Pal follows an MVVM architecture to clearly separate UI, business logic, and data management. </a:t>
            </a:r>
            <a:br>
              <a:rPr lang="en-US" dirty="0"/>
            </a:br>
            <a:br>
              <a:rPr lang="en-US" dirty="0"/>
            </a:br>
            <a:r>
              <a:rPr lang="en-US" dirty="0"/>
              <a:t>We're using Jetpack Compose for designing an intuitive and responsive interface, providing smooth navigation and a delightful user experience. </a:t>
            </a:r>
            <a:br>
              <a:rPr lang="en-US" dirty="0"/>
            </a:br>
            <a:br>
              <a:rPr lang="en-US" dirty="0"/>
            </a:br>
            <a:r>
              <a:rPr lang="en-US" dirty="0"/>
              <a:t>Our app employs Room Database for efficient local data storage, allowing users to manage pantry items offline. Furthermore, we seamlessly integrate </a:t>
            </a:r>
            <a:r>
              <a:rPr lang="en-US" dirty="0" err="1"/>
              <a:t>Edamam</a:t>
            </a:r>
            <a:r>
              <a:rPr lang="en-US" dirty="0"/>
              <a:t> recipe API via Retrofit, fetching accurate recipe data in real-time, ensuring users always receive up-to-date meal suggestions."</a:t>
            </a:r>
          </a:p>
        </p:txBody>
      </p:sp>
      <p:sp>
        <p:nvSpPr>
          <p:cNvPr id="4" name="灯片编号占位符 3"/>
          <p:cNvSpPr>
            <a:spLocks noGrp="1"/>
          </p:cNvSpPr>
          <p:nvPr>
            <p:ph type="sldNum" sz="quarter" idx="5"/>
          </p:nvPr>
        </p:nvSpPr>
        <p:spPr/>
        <p:txBody>
          <a:bodyPr/>
          <a:lstStyle/>
          <a:p>
            <a:fld id="{FD3A4A48-69B0-418D-B579-E7C5E78B46A3}" type="slidenum">
              <a:rPr lang="en-US" smtClean="0"/>
              <a:t>5</a:t>
            </a:fld>
            <a:endParaRPr lang="en-US"/>
          </a:p>
        </p:txBody>
      </p:sp>
    </p:spTree>
    <p:extLst>
      <p:ext uri="{BB962C8B-B14F-4D97-AF65-F5344CB8AC3E}">
        <p14:creationId xmlns:p14="http://schemas.microsoft.com/office/powerpoint/2010/main" val="1591610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"We’ve implemented a comprehensive testing strategy to ensure quality and reliability. Our testing includes unit tests to verify core functionalities like pantry management and recipe fetching. UI tests through Jetpack Compose Testing guarantee smooth interactions and visual consistency. </a:t>
            </a:r>
            <a:br>
              <a:rPr lang="en-US" dirty="0"/>
            </a:br>
            <a:r>
              <a:rPr lang="en-US" dirty="0"/>
              <a:t>Additionally, extensive manual testing across various devices and screen sizes ensures responsive designs perform flawlessly, making Pantry Pal reliable and enjoyable no matter how it's accessed."</a:t>
            </a:r>
            <a:br>
              <a:rPr lang="en-US" b="1" dirty="0"/>
            </a:br>
            <a:br>
              <a:rPr lang="en-US" b="1" dirty="0"/>
            </a:br>
            <a:br>
              <a:rPr lang="en-US" b="1" dirty="0"/>
            </a:br>
            <a:br>
              <a:rPr lang="en-US" b="1" dirty="0"/>
            </a:br>
            <a:r>
              <a:rPr lang="en-US" dirty="0"/>
              <a:t>"Pantry Pal is carefully optimized for multi-device compatibility, focusing on smartphones and tablets. On smartphones, especially around a 6-inch portrait mode screen, the layout is compact, designed specifically for one-handed use. </a:t>
            </a:r>
            <a:br>
              <a:rPr lang="en-US" dirty="0"/>
            </a:br>
            <a:br>
              <a:rPr lang="en-US" dirty="0"/>
            </a:br>
            <a:r>
              <a:rPr lang="en-US" dirty="0"/>
              <a:t>For tablets with larger screens around 10 inches, Pantry Pal provides a multi-pane interface, effectively utilizing the extra screen real estate to display more information clearly and simultaneously. This responsive design ensures users have an excellent experience, whether they're quickly checking ingredients or leisurely browsing recipes."</a:t>
            </a:r>
          </a:p>
        </p:txBody>
      </p:sp>
      <p:sp>
        <p:nvSpPr>
          <p:cNvPr id="4" name="灯片编号占位符 3"/>
          <p:cNvSpPr>
            <a:spLocks noGrp="1"/>
          </p:cNvSpPr>
          <p:nvPr>
            <p:ph type="sldNum" sz="quarter" idx="5"/>
          </p:nvPr>
        </p:nvSpPr>
        <p:spPr/>
        <p:txBody>
          <a:bodyPr/>
          <a:lstStyle/>
          <a:p>
            <a:fld id="{FD3A4A48-69B0-418D-B579-E7C5E78B46A3}" type="slidenum">
              <a:rPr lang="en-US" smtClean="0"/>
              <a:t>6</a:t>
            </a:fld>
            <a:endParaRPr lang="en-US"/>
          </a:p>
        </p:txBody>
      </p:sp>
    </p:spTree>
    <p:extLst>
      <p:ext uri="{BB962C8B-B14F-4D97-AF65-F5344CB8AC3E}">
        <p14:creationId xmlns:p14="http://schemas.microsoft.com/office/powerpoint/2010/main" val="2466855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dirty="0"/>
              <a:t>"We anticipate Pantry Pal will significantly improve user convenience in meal planning, effectively reduce food waste, and enhance overall cooking satisfaction. By helping users creatively utilize their existing ingredients, we believe the app will positively impact both their lifestyle and the environment, promoting more mindful consumption habits."</a:t>
            </a:r>
          </a:p>
        </p:txBody>
      </p:sp>
      <p:sp>
        <p:nvSpPr>
          <p:cNvPr id="4" name="灯片编号占位符 3"/>
          <p:cNvSpPr>
            <a:spLocks noGrp="1"/>
          </p:cNvSpPr>
          <p:nvPr>
            <p:ph type="sldNum" sz="quarter" idx="5"/>
          </p:nvPr>
        </p:nvSpPr>
        <p:spPr/>
        <p:txBody>
          <a:bodyPr/>
          <a:lstStyle/>
          <a:p>
            <a:fld id="{FD3A4A48-69B0-418D-B579-E7C5E78B46A3}" type="slidenum">
              <a:rPr lang="en-US" smtClean="0"/>
              <a:t>7</a:t>
            </a:fld>
            <a:endParaRPr lang="en-US"/>
          </a:p>
        </p:txBody>
      </p:sp>
    </p:spTree>
    <p:extLst>
      <p:ext uri="{BB962C8B-B14F-4D97-AF65-F5344CB8AC3E}">
        <p14:creationId xmlns:p14="http://schemas.microsoft.com/office/powerpoint/2010/main" val="4285762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"Here are some preliminary sketches illustrating the planned user interface. The sketches demonstrate our emphasis on user-friendly design, clear visual organization, and intuitive navigation, ensuring that users can quickly find recipes, manage pantry items, and explore meal options with ease."</a:t>
            </a:r>
          </a:p>
        </p:txBody>
      </p:sp>
      <p:sp>
        <p:nvSpPr>
          <p:cNvPr id="4" name="灯片编号占位符 3"/>
          <p:cNvSpPr>
            <a:spLocks noGrp="1"/>
          </p:cNvSpPr>
          <p:nvPr>
            <p:ph type="sldNum" sz="quarter" idx="5"/>
          </p:nvPr>
        </p:nvSpPr>
        <p:spPr/>
        <p:txBody>
          <a:bodyPr/>
          <a:lstStyle/>
          <a:p>
            <a:fld id="{FD3A4A48-69B0-418D-B579-E7C5E78B46A3}" type="slidenum">
              <a:rPr lang="en-US" smtClean="0"/>
              <a:t>8</a:t>
            </a:fld>
            <a:endParaRPr lang="en-US"/>
          </a:p>
        </p:txBody>
      </p:sp>
    </p:spTree>
    <p:extLst>
      <p:ext uri="{BB962C8B-B14F-4D97-AF65-F5344CB8AC3E}">
        <p14:creationId xmlns:p14="http://schemas.microsoft.com/office/powerpoint/2010/main" val="2071677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conclusion, Pantry Pal integrates practical cooking solutions with modern technology, creating a user-friendly experience aimed at enhancing everyday life. Thank you very much for your attention. We’re happy to answer any questions you may have."</a:t>
            </a:r>
          </a:p>
          <a:p>
            <a:endParaRPr lang="en-US" dirty="0"/>
          </a:p>
        </p:txBody>
      </p:sp>
      <p:sp>
        <p:nvSpPr>
          <p:cNvPr id="4" name="灯片编号占位符 3"/>
          <p:cNvSpPr>
            <a:spLocks noGrp="1"/>
          </p:cNvSpPr>
          <p:nvPr>
            <p:ph type="sldNum" sz="quarter" idx="5"/>
          </p:nvPr>
        </p:nvSpPr>
        <p:spPr/>
        <p:txBody>
          <a:bodyPr/>
          <a:lstStyle/>
          <a:p>
            <a:fld id="{FD3A4A48-69B0-418D-B579-E7C5E78B46A3}" type="slidenum">
              <a:rPr lang="en-US" smtClean="0"/>
              <a:t>11</a:t>
            </a:fld>
            <a:endParaRPr lang="en-US"/>
          </a:p>
        </p:txBody>
      </p:sp>
    </p:spTree>
    <p:extLst>
      <p:ext uri="{BB962C8B-B14F-4D97-AF65-F5344CB8AC3E}">
        <p14:creationId xmlns:p14="http://schemas.microsoft.com/office/powerpoint/2010/main" val="3735685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A47EA6-8D5B-2559-19C8-9DF3146E583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4DD8B694-6806-5347-A099-D801A77CF8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E43F62E7-B2DD-172F-0528-EF78B5250F85}"/>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5" name="页脚占位符 4">
            <a:extLst>
              <a:ext uri="{FF2B5EF4-FFF2-40B4-BE49-F238E27FC236}">
                <a16:creationId xmlns:a16="http://schemas.microsoft.com/office/drawing/2014/main" id="{E0A30023-EE8C-E805-2639-C8A912D02CFD}"/>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6E3850B-8416-483A-9E77-71E7306CEB7C}"/>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4116234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0F9B7D-E2DE-6974-040E-D161D2715484}"/>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DB34E8EE-ABD5-8766-E719-5519B1927C4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DFB38E4F-8792-EC19-CCD9-C8D07C65CCA1}"/>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5" name="页脚占位符 4">
            <a:extLst>
              <a:ext uri="{FF2B5EF4-FFF2-40B4-BE49-F238E27FC236}">
                <a16:creationId xmlns:a16="http://schemas.microsoft.com/office/drawing/2014/main" id="{CFC64391-2D75-0009-6AF0-FBC062E0E4E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E9BAEF7-96AD-7B95-3BD1-A251EA77A968}"/>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3053233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1D993D-1243-9FDB-D583-438EA54B3A8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6D54174-D49D-1BD9-538A-9D72C63D89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ED1E52C-26FB-5B57-3EB2-527FDDCA3927}"/>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5" name="页脚占位符 4">
            <a:extLst>
              <a:ext uri="{FF2B5EF4-FFF2-40B4-BE49-F238E27FC236}">
                <a16:creationId xmlns:a16="http://schemas.microsoft.com/office/drawing/2014/main" id="{08439ED5-BF98-D2A8-5890-ED62F22CB9C0}"/>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59B6AEC-87A3-29C7-57BA-33644CE30CA9}"/>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2476323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1A1D3E-7F6D-D600-D376-91DEE5321EF6}"/>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D86DAAF6-5C5F-8FB6-9769-B3AFDAE2A12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6A8269B9-FD46-775D-C916-59BDFD64983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815B8803-8400-C27C-B3B6-D384C012805E}"/>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6" name="页脚占位符 5">
            <a:extLst>
              <a:ext uri="{FF2B5EF4-FFF2-40B4-BE49-F238E27FC236}">
                <a16:creationId xmlns:a16="http://schemas.microsoft.com/office/drawing/2014/main" id="{DC8A6E85-3552-6280-4DCC-C5D4F5DB3B89}"/>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D99A10D4-C913-3723-8B4C-BA7C5AA2C6F7}"/>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3578360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879E8A-A02F-F4EC-18A9-45C987674616}"/>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06B8641E-C54E-4BCF-5B31-AF60F0204E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20F50F2-AB4C-37B0-B3F4-97FD8C04045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0AF856B5-319B-FF46-76EB-051EDAC3DE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0C80BDD-F388-411C-D03C-D6C107C154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235C304A-255D-66FB-4877-1F79EC099CF0}"/>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8" name="页脚占位符 7">
            <a:extLst>
              <a:ext uri="{FF2B5EF4-FFF2-40B4-BE49-F238E27FC236}">
                <a16:creationId xmlns:a16="http://schemas.microsoft.com/office/drawing/2014/main" id="{F207AB37-A5C0-D652-40B8-F2171BDBEB7E}"/>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C532D949-9F94-8894-0098-B65EAC988F72}"/>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3759327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AAE10-E043-783B-998E-6DB10A5BE7CE}"/>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9F099412-CABD-43C9-3561-288A57F8C1DF}"/>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4" name="页脚占位符 3">
            <a:extLst>
              <a:ext uri="{FF2B5EF4-FFF2-40B4-BE49-F238E27FC236}">
                <a16:creationId xmlns:a16="http://schemas.microsoft.com/office/drawing/2014/main" id="{5DDD9CF1-EC75-AC3D-46EB-55EB6CFDC184}"/>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C7FCD35-4A44-D266-32E9-94267EE3C287}"/>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4276288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BE7AF12-5C1B-83CC-15B4-A21B3ADA04A8}"/>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3" name="页脚占位符 2">
            <a:extLst>
              <a:ext uri="{FF2B5EF4-FFF2-40B4-BE49-F238E27FC236}">
                <a16:creationId xmlns:a16="http://schemas.microsoft.com/office/drawing/2014/main" id="{0F9FF9F3-DB59-0D0B-5F28-100F8CAA3396}"/>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70034F27-780D-766D-D264-B607E4282D2D}"/>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1991039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97A961-F135-6DAB-F50D-DD5F9C39CB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C23572F6-DDB5-5DF0-61B5-DF7A0C7D46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A52DA845-3FDC-F36D-3888-3F7B149046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E5B08F-BA70-CEC4-68DD-1D97996EAC3C}"/>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6" name="页脚占位符 5">
            <a:extLst>
              <a:ext uri="{FF2B5EF4-FFF2-40B4-BE49-F238E27FC236}">
                <a16:creationId xmlns:a16="http://schemas.microsoft.com/office/drawing/2014/main" id="{5A6861CD-E637-FA5D-4BE8-D433A4F6CFF4}"/>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974FB2D7-E72D-7092-4DCD-A5FE351D5990}"/>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402750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5BB018-A50F-694F-CC89-26AD72CCE6C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175DFC2-B4B3-78F3-5CB2-777B66DAF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3CE70B7C-3A28-AC60-1A69-4E10CCC6F3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EA34EE4-FE5E-F5FF-D100-620A5BFC0024}"/>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6" name="页脚占位符 5">
            <a:extLst>
              <a:ext uri="{FF2B5EF4-FFF2-40B4-BE49-F238E27FC236}">
                <a16:creationId xmlns:a16="http://schemas.microsoft.com/office/drawing/2014/main" id="{12A6A0D3-EED9-5834-F23F-6866503C5E12}"/>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E435B52-37D4-3FC3-ACD6-FFE57247C671}"/>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1287345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4A9604-2F1A-6796-FC5A-D4CC4C52D78A}"/>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BCF0752-F9CA-815E-64F9-C110E65D476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14F539DC-D85E-34F3-D38C-0EE6B6BBFF53}"/>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5" name="页脚占位符 4">
            <a:extLst>
              <a:ext uri="{FF2B5EF4-FFF2-40B4-BE49-F238E27FC236}">
                <a16:creationId xmlns:a16="http://schemas.microsoft.com/office/drawing/2014/main" id="{813B1A79-765E-C623-0C8E-F3260B2E1EE6}"/>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343FC37-CB71-1559-F6A5-DD8FF16FCF9E}"/>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3324022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0F35782-197B-66DC-3FED-433CA6C1FF5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8623AE82-DC8B-255A-08B0-3E71F46B95A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94964CC9-74FA-180A-A0A6-0087D146E7AD}"/>
              </a:ext>
            </a:extLst>
          </p:cNvPr>
          <p:cNvSpPr>
            <a:spLocks noGrp="1"/>
          </p:cNvSpPr>
          <p:nvPr>
            <p:ph type="dt" sz="half" idx="10"/>
          </p:nvPr>
        </p:nvSpPr>
        <p:spPr/>
        <p:txBody>
          <a:bodyPr/>
          <a:lstStyle/>
          <a:p>
            <a:fld id="{AA0E5709-669D-427D-BB24-A5A78E75E853}" type="datetimeFigureOut">
              <a:rPr lang="en-US" smtClean="0"/>
              <a:t>3/24/2025</a:t>
            </a:fld>
            <a:endParaRPr lang="en-US"/>
          </a:p>
        </p:txBody>
      </p:sp>
      <p:sp>
        <p:nvSpPr>
          <p:cNvPr id="5" name="页脚占位符 4">
            <a:extLst>
              <a:ext uri="{FF2B5EF4-FFF2-40B4-BE49-F238E27FC236}">
                <a16:creationId xmlns:a16="http://schemas.microsoft.com/office/drawing/2014/main" id="{B8C2C24A-6EF3-3BC3-90FB-4F2A68A8C343}"/>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4B521B8-7CC0-55CE-9748-37E9B720554D}"/>
              </a:ext>
            </a:extLst>
          </p:cNvPr>
          <p:cNvSpPr>
            <a:spLocks noGrp="1"/>
          </p:cNvSpPr>
          <p:nvPr>
            <p:ph type="sldNum" sz="quarter" idx="12"/>
          </p:nvPr>
        </p:nvSpPr>
        <p:spPr/>
        <p:txBody>
          <a:bodyPr/>
          <a:lstStyle/>
          <a:p>
            <a:fld id="{AFCAB448-D03B-4513-A31F-EF757E817376}" type="slidenum">
              <a:rPr lang="en-US" smtClean="0"/>
              <a:t>‹#›</a:t>
            </a:fld>
            <a:endParaRPr lang="en-US"/>
          </a:p>
        </p:txBody>
      </p:sp>
    </p:spTree>
    <p:extLst>
      <p:ext uri="{BB962C8B-B14F-4D97-AF65-F5344CB8AC3E}">
        <p14:creationId xmlns:p14="http://schemas.microsoft.com/office/powerpoint/2010/main" val="283286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E5DE830-7B81-74B1-29F0-A2D4688718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0EC44841-6006-6055-E20D-EBEE10CD22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DF255E2-41EE-6D1E-CC21-1BD1D4EA33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0E5709-669D-427D-BB24-A5A78E75E853}" type="datetimeFigureOut">
              <a:rPr lang="en-US" smtClean="0"/>
              <a:t>3/24/2025</a:t>
            </a:fld>
            <a:endParaRPr lang="en-US"/>
          </a:p>
        </p:txBody>
      </p:sp>
      <p:sp>
        <p:nvSpPr>
          <p:cNvPr id="5" name="页脚占位符 4">
            <a:extLst>
              <a:ext uri="{FF2B5EF4-FFF2-40B4-BE49-F238E27FC236}">
                <a16:creationId xmlns:a16="http://schemas.microsoft.com/office/drawing/2014/main" id="{348694EC-5A4C-5ADF-27E3-62D364ACDC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a:extLst>
              <a:ext uri="{FF2B5EF4-FFF2-40B4-BE49-F238E27FC236}">
                <a16:creationId xmlns:a16="http://schemas.microsoft.com/office/drawing/2014/main" id="{A836C27B-869D-104E-2662-7B575E40DD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CAB448-D03B-4513-A31F-EF757E817376}" type="slidenum">
              <a:rPr lang="en-US" smtClean="0"/>
              <a:t>‹#›</a:t>
            </a:fld>
            <a:endParaRPr lang="en-US"/>
          </a:p>
        </p:txBody>
      </p:sp>
    </p:spTree>
    <p:extLst>
      <p:ext uri="{BB962C8B-B14F-4D97-AF65-F5344CB8AC3E}">
        <p14:creationId xmlns:p14="http://schemas.microsoft.com/office/powerpoint/2010/main" val="547095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038">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smartphone lies on a dark wooden table, its screen brightly showcasing a delicious recipe through a cooking app. Surrounding the phone are various fresh ingredients like chopped vegetables, herbs, and spices, creating an inviting scene of culinary preparation. The moody lighting emphasizes the rich colors of the ingredients and casts shadows that add depth to the setup. Utensils and bowls are also part of the scene, suggesting that a cooking session is in progress or about to begin.">
            <a:extLst>
              <a:ext uri="{FF2B5EF4-FFF2-40B4-BE49-F238E27FC236}">
                <a16:creationId xmlns:a16="http://schemas.microsoft.com/office/drawing/2014/main" id="{AC76D19A-959C-4E16-08EE-CCFC7D2714DC}"/>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445"/>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C0F1625-FD0C-57B0-B30B-9A5A2B21004D}"/>
              </a:ext>
            </a:extLst>
          </p:cNvPr>
          <p:cNvSpPr>
            <a:spLocks noGrp="1"/>
          </p:cNvSpPr>
          <p:nvPr>
            <p:ph type="ctrTitle"/>
          </p:nvPr>
        </p:nvSpPr>
        <p:spPr>
          <a:xfrm>
            <a:off x="838199" y="1065862"/>
            <a:ext cx="6052955" cy="4726276"/>
          </a:xfrm>
        </p:spPr>
        <p:txBody>
          <a:bodyPr vert="horz" lIns="91440" tIns="45720" rIns="91440" bIns="45720" rtlCol="0" anchor="ctr">
            <a:normAutofit/>
          </a:bodyPr>
          <a:lstStyle/>
          <a:p>
            <a:pPr algn="r"/>
            <a:r>
              <a:rPr lang="en-US" sz="8000" dirty="0">
                <a:ln w="22225">
                  <a:solidFill>
                    <a:srgbClr val="FFFFFF"/>
                  </a:solidFill>
                </a:ln>
                <a:noFill/>
              </a:rPr>
              <a:t>Pantry Pal</a:t>
            </a:r>
          </a:p>
        </p:txBody>
      </p:sp>
      <p:cxnSp>
        <p:nvCxnSpPr>
          <p:cNvPr id="1041" name="Straight Connector 1040">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副标题 2">
            <a:extLst>
              <a:ext uri="{FF2B5EF4-FFF2-40B4-BE49-F238E27FC236}">
                <a16:creationId xmlns:a16="http://schemas.microsoft.com/office/drawing/2014/main" id="{090FC51C-1035-EA50-4AF1-F86A16823473}"/>
              </a:ext>
            </a:extLst>
          </p:cNvPr>
          <p:cNvSpPr>
            <a:spLocks noGrp="1"/>
          </p:cNvSpPr>
          <p:nvPr>
            <p:ph type="subTitle" idx="1"/>
          </p:nvPr>
        </p:nvSpPr>
        <p:spPr>
          <a:xfrm>
            <a:off x="7534641" y="1065862"/>
            <a:ext cx="3860002" cy="4726276"/>
          </a:xfrm>
        </p:spPr>
        <p:txBody>
          <a:bodyPr vert="horz" lIns="91440" tIns="45720" rIns="91440" bIns="45720" rtlCol="0" anchor="ctr">
            <a:normAutofit/>
          </a:bodyPr>
          <a:lstStyle/>
          <a:p>
            <a:pPr indent="-228600" algn="l">
              <a:buFont typeface="Arial" panose="020B0604020202020204" pitchFamily="34" charset="0"/>
              <a:buChar char="•"/>
            </a:pPr>
            <a:r>
              <a:rPr lang="en-US" sz="2000" dirty="0">
                <a:solidFill>
                  <a:srgbClr val="FFFFFF"/>
                </a:solidFill>
              </a:rPr>
              <a:t>Smart Recipe Companion App</a:t>
            </a:r>
          </a:p>
          <a:p>
            <a:pPr indent="-228600" algn="l">
              <a:buFont typeface="Arial" panose="020B0604020202020204" pitchFamily="34" charset="0"/>
              <a:buChar char="•"/>
            </a:pPr>
            <a:endParaRPr lang="en-US" sz="2000" dirty="0">
              <a:solidFill>
                <a:srgbClr val="FFFFFF"/>
              </a:solidFill>
            </a:endParaRPr>
          </a:p>
          <a:p>
            <a:pPr indent="-228600" algn="l">
              <a:buFont typeface="Arial" panose="020B0604020202020204" pitchFamily="34" charset="0"/>
              <a:buChar char="•"/>
            </a:pPr>
            <a:r>
              <a:rPr lang="en-US" altLang="zh-CN" sz="2000" dirty="0">
                <a:solidFill>
                  <a:srgbClr val="FFFFFF"/>
                </a:solidFill>
              </a:rPr>
              <a:t>Haoran Zhang</a:t>
            </a:r>
          </a:p>
          <a:p>
            <a:pPr indent="-228600" algn="l">
              <a:buFont typeface="Arial" panose="020B0604020202020204" pitchFamily="34" charset="0"/>
              <a:buChar char="•"/>
            </a:pPr>
            <a:r>
              <a:rPr lang="en-US" altLang="zh-CN" sz="2000" dirty="0">
                <a:solidFill>
                  <a:srgbClr val="FFFFFF"/>
                </a:solidFill>
              </a:rPr>
              <a:t>Songhan Min</a:t>
            </a:r>
          </a:p>
          <a:p>
            <a:pPr indent="-228600" algn="l">
              <a:buFont typeface="Arial" panose="020B0604020202020204" pitchFamily="34" charset="0"/>
              <a:buChar char="•"/>
            </a:pPr>
            <a:r>
              <a:rPr lang="en-US" sz="2000" dirty="0">
                <a:solidFill>
                  <a:srgbClr val="FFFFFF"/>
                </a:solidFill>
              </a:rPr>
              <a:t>Saiwang Xiang</a:t>
            </a:r>
          </a:p>
        </p:txBody>
      </p:sp>
    </p:spTree>
    <p:extLst>
      <p:ext uri="{BB962C8B-B14F-4D97-AF65-F5344CB8AC3E}">
        <p14:creationId xmlns:p14="http://schemas.microsoft.com/office/powerpoint/2010/main" val="2519383441"/>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barn(inVertical)">
                                      <p:cBhvr>
                                        <p:cTn id="11"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袋装水果和蔬菜">
            <a:extLst>
              <a:ext uri="{FF2B5EF4-FFF2-40B4-BE49-F238E27FC236}">
                <a16:creationId xmlns:a16="http://schemas.microsoft.com/office/drawing/2014/main" id="{740973CE-1552-40A4-2F28-DF8C139C07F7}"/>
              </a:ext>
            </a:extLst>
          </p:cNvPr>
          <p:cNvPicPr>
            <a:picLocks noChangeAspect="1"/>
          </p:cNvPicPr>
          <p:nvPr/>
        </p:nvPicPr>
        <p:blipFill>
          <a:blip r:embed="rId3">
            <a:alphaModFix amt="40000"/>
          </a:blip>
          <a:srcRect b="15730"/>
          <a:stretch/>
        </p:blipFill>
        <p:spPr>
          <a:xfrm>
            <a:off x="20" y="10"/>
            <a:ext cx="12191979" cy="6857990"/>
          </a:xfrm>
          <a:prstGeom prst="rect">
            <a:avLst/>
          </a:prstGeom>
        </p:spPr>
      </p:pic>
      <p:sp>
        <p:nvSpPr>
          <p:cNvPr id="2" name="标题 1">
            <a:extLst>
              <a:ext uri="{FF2B5EF4-FFF2-40B4-BE49-F238E27FC236}">
                <a16:creationId xmlns:a16="http://schemas.microsoft.com/office/drawing/2014/main" id="{2FE76DA3-EFC3-A05C-28DD-819439BD9720}"/>
              </a:ext>
            </a:extLst>
          </p:cNvPr>
          <p:cNvSpPr>
            <a:spLocks noGrp="1"/>
          </p:cNvSpPr>
          <p:nvPr>
            <p:ph type="title"/>
          </p:nvPr>
        </p:nvSpPr>
        <p:spPr>
          <a:xfrm>
            <a:off x="640080" y="853673"/>
            <a:ext cx="4023360" cy="5004794"/>
          </a:xfrm>
        </p:spPr>
        <p:txBody>
          <a:bodyPr>
            <a:normAutofit/>
          </a:bodyPr>
          <a:lstStyle/>
          <a:p>
            <a:r>
              <a:rPr lang="en-US" sz="5400" i="0" dirty="0">
                <a:solidFill>
                  <a:schemeClr val="bg1"/>
                </a:solidFill>
                <a:effectLst/>
                <a:latin typeface="ADLaM Display" panose="02010000000000000000" pitchFamily="2" charset="0"/>
                <a:ea typeface="ADLaM Display" panose="02010000000000000000" pitchFamily="2" charset="0"/>
                <a:cs typeface="ADLaM Display" panose="02010000000000000000" pitchFamily="2" charset="0"/>
              </a:rPr>
              <a:t>Project Overview</a:t>
            </a:r>
          </a:p>
        </p:txBody>
      </p:sp>
      <p:sp>
        <p:nvSpPr>
          <p:cNvPr id="3" name="内容占位符 2">
            <a:extLst>
              <a:ext uri="{FF2B5EF4-FFF2-40B4-BE49-F238E27FC236}">
                <a16:creationId xmlns:a16="http://schemas.microsoft.com/office/drawing/2014/main" id="{14C78608-45AB-83E8-29BC-377F4E356351}"/>
              </a:ext>
            </a:extLst>
          </p:cNvPr>
          <p:cNvSpPr>
            <a:spLocks noGrp="1"/>
          </p:cNvSpPr>
          <p:nvPr>
            <p:ph idx="1"/>
          </p:nvPr>
        </p:nvSpPr>
        <p:spPr>
          <a:xfrm>
            <a:off x="5599083" y="853673"/>
            <a:ext cx="5715000" cy="5004794"/>
          </a:xfrm>
        </p:spPr>
        <p:txBody>
          <a:bodyPr anchor="ctr">
            <a:normAutofit/>
          </a:bodyPr>
          <a:lstStyle/>
          <a:p>
            <a:r>
              <a:rPr lang="en-US" sz="2200" b="0" i="0" dirty="0">
                <a:solidFill>
                  <a:schemeClr val="bg1"/>
                </a:solidFill>
                <a:effectLst/>
                <a:latin typeface="ADLaM Display" panose="020F0502020204030204" pitchFamily="2" charset="0"/>
                <a:ea typeface="ADLaM Display" panose="020F0502020204030204" pitchFamily="2" charset="0"/>
                <a:cs typeface="ADLaM Display" panose="020F0502020204030204" pitchFamily="2" charset="0"/>
              </a:rPr>
              <a:t>Pantry Pal is a user-centric recipe discovery app designed to minimize food waste and simplify meal planning by leveraging ingredients users already have. Targeting cooking enthusiasts and beginners alike, the app combines practicality with playful interaction, empowering users to cook creatively while reducing unnecessary grocery purchases.</a:t>
            </a:r>
            <a:endParaRPr lang="en-US" sz="2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endParaRPr>
          </a:p>
        </p:txBody>
      </p:sp>
      <p:sp>
        <p:nvSpPr>
          <p:cNvPr id="18"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65463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A953FFCE-DC1A-82AD-60CD-D986D5522F70}"/>
              </a:ext>
            </a:extLst>
          </p:cNvPr>
          <p:cNvSpPr>
            <a:spLocks noGrp="1"/>
          </p:cNvSpPr>
          <p:nvPr>
            <p:ph type="title"/>
          </p:nvPr>
        </p:nvSpPr>
        <p:spPr>
          <a:xfrm>
            <a:off x="1230921" y="552616"/>
            <a:ext cx="10044023" cy="877729"/>
          </a:xfrm>
        </p:spPr>
        <p:txBody>
          <a:bodyPr anchor="ctr">
            <a:noAutofit/>
          </a:bodyPr>
          <a:lstStyle/>
          <a:p>
            <a:r>
              <a:rPr lang="en-US" sz="4000" i="0" dirty="0">
                <a:solidFill>
                  <a:srgbClr val="FFFFFF"/>
                </a:solidFill>
                <a:effectLst/>
                <a:latin typeface="ADLaM Display" panose="02010000000000000000" pitchFamily="2" charset="0"/>
                <a:ea typeface="ADLaM Display" panose="02010000000000000000" pitchFamily="2" charset="0"/>
                <a:cs typeface="ADLaM Display" panose="02010000000000000000" pitchFamily="2" charset="0"/>
              </a:rPr>
              <a:t>Targets and Users</a:t>
            </a:r>
            <a:br>
              <a:rPr lang="en-US" sz="4000" i="0" dirty="0">
                <a:solidFill>
                  <a:srgbClr val="FFFFFF"/>
                </a:solidFill>
                <a:effectLst/>
                <a:latin typeface="ADLaM Display" panose="02010000000000000000" pitchFamily="2" charset="0"/>
                <a:ea typeface="ADLaM Display" panose="02010000000000000000" pitchFamily="2" charset="0"/>
                <a:cs typeface="ADLaM Display" panose="02010000000000000000" pitchFamily="2" charset="0"/>
              </a:rPr>
            </a:br>
            <a:endParaRPr lang="en-US" sz="40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7" name="内容占位符 2">
            <a:extLst>
              <a:ext uri="{FF2B5EF4-FFF2-40B4-BE49-F238E27FC236}">
                <a16:creationId xmlns:a16="http://schemas.microsoft.com/office/drawing/2014/main" id="{DE0E3487-D717-77B4-4BCA-A08880096640}"/>
              </a:ext>
            </a:extLst>
          </p:cNvPr>
          <p:cNvGraphicFramePr>
            <a:graphicFrameLocks noGrp="1"/>
          </p:cNvGraphicFramePr>
          <p:nvPr>
            <p:ph idx="1"/>
            <p:extLst>
              <p:ext uri="{D42A27DB-BD31-4B8C-83A1-F6EECF244321}">
                <p14:modId xmlns:p14="http://schemas.microsoft.com/office/powerpoint/2010/main" val="191737406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442165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7"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A11688B-0A27-4E86-8D55-76F71ADF2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84A868B-654E-447C-8D9C-0F9328308C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4E43F5E5-7E34-4029-B18F-CAED02086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59931FA-11DF-4781-8AAD-FEE88674F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40F88E6C-5782-452A-8C4F-9D2C2EAC8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3" cy="31416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标题 1">
            <a:extLst>
              <a:ext uri="{FF2B5EF4-FFF2-40B4-BE49-F238E27FC236}">
                <a16:creationId xmlns:a16="http://schemas.microsoft.com/office/drawing/2014/main" id="{41BF6DF8-F5B7-F28A-AD8D-AB06C3C51114}"/>
              </a:ext>
            </a:extLst>
          </p:cNvPr>
          <p:cNvSpPr>
            <a:spLocks noGrp="1"/>
          </p:cNvSpPr>
          <p:nvPr>
            <p:ph type="title"/>
          </p:nvPr>
        </p:nvSpPr>
        <p:spPr>
          <a:xfrm>
            <a:off x="550864" y="365125"/>
            <a:ext cx="11090274" cy="1325563"/>
          </a:xfrm>
        </p:spPr>
        <p:txBody>
          <a:bodyPr>
            <a:normAutofit/>
          </a:bodyPr>
          <a:lstStyle/>
          <a:p>
            <a:r>
              <a:rPr lang="en-US" sz="4000" dirty="0">
                <a:latin typeface="ADLaM Display" panose="02010000000000000000" pitchFamily="2" charset="0"/>
                <a:ea typeface="ADLaM Display" panose="02010000000000000000" pitchFamily="2" charset="0"/>
                <a:cs typeface="ADLaM Display" panose="02010000000000000000" pitchFamily="2" charset="0"/>
              </a:rPr>
              <a:t>Core Features</a:t>
            </a:r>
            <a:br>
              <a:rPr lang="en-US" sz="4000" dirty="0">
                <a:latin typeface="ADLaM Display" panose="02010000000000000000" pitchFamily="2" charset="0"/>
                <a:ea typeface="ADLaM Display" panose="02010000000000000000" pitchFamily="2" charset="0"/>
                <a:cs typeface="ADLaM Display" panose="02010000000000000000" pitchFamily="2" charset="0"/>
              </a:rPr>
            </a:br>
            <a:endParaRPr lang="en-US" sz="4000"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5" name="内容占位符 2">
            <a:extLst>
              <a:ext uri="{FF2B5EF4-FFF2-40B4-BE49-F238E27FC236}">
                <a16:creationId xmlns:a16="http://schemas.microsoft.com/office/drawing/2014/main" id="{B6E519A0-FB86-13A7-6AFD-CFF4C5770F47}"/>
              </a:ext>
            </a:extLst>
          </p:cNvPr>
          <p:cNvGraphicFramePr>
            <a:graphicFrameLocks noGrp="1"/>
          </p:cNvGraphicFramePr>
          <p:nvPr>
            <p:ph idx="1"/>
            <p:extLst>
              <p:ext uri="{D42A27DB-BD31-4B8C-83A1-F6EECF244321}">
                <p14:modId xmlns:p14="http://schemas.microsoft.com/office/powerpoint/2010/main" val="3319844466"/>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332280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6DA5D1ED-619A-7EEB-D8F6-09543CE6218C}"/>
              </a:ext>
            </a:extLst>
          </p:cNvPr>
          <p:cNvSpPr>
            <a:spLocks noGrp="1"/>
          </p:cNvSpPr>
          <p:nvPr>
            <p:ph type="title"/>
          </p:nvPr>
        </p:nvSpPr>
        <p:spPr>
          <a:xfrm>
            <a:off x="838200" y="556995"/>
            <a:ext cx="10515600" cy="1133693"/>
          </a:xfrm>
        </p:spPr>
        <p:txBody>
          <a:bodyPr>
            <a:normAutofit/>
          </a:bodyPr>
          <a:lstStyle/>
          <a:p>
            <a:r>
              <a:rPr lang="en-US" sz="3600" i="0" dirty="0">
                <a:effectLst/>
                <a:latin typeface="ADLaM Display" panose="02010000000000000000" pitchFamily="2" charset="0"/>
                <a:ea typeface="ADLaM Display" panose="02010000000000000000" pitchFamily="2" charset="0"/>
                <a:cs typeface="ADLaM Display" panose="02010000000000000000" pitchFamily="2" charset="0"/>
              </a:rPr>
              <a:t>Technical Approach</a:t>
            </a:r>
            <a:br>
              <a:rPr lang="en-US" sz="3600" i="0" dirty="0">
                <a:effectLst/>
                <a:latin typeface="ADLaM Display" panose="02010000000000000000" pitchFamily="2" charset="0"/>
                <a:ea typeface="ADLaM Display" panose="02010000000000000000" pitchFamily="2" charset="0"/>
                <a:cs typeface="ADLaM Display" panose="02010000000000000000" pitchFamily="2" charset="0"/>
              </a:rPr>
            </a:br>
            <a:endParaRPr lang="en-US" sz="3600"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5" name="内容占位符 2">
            <a:extLst>
              <a:ext uri="{FF2B5EF4-FFF2-40B4-BE49-F238E27FC236}">
                <a16:creationId xmlns:a16="http://schemas.microsoft.com/office/drawing/2014/main" id="{C6C0C94C-CFB8-3FDC-2085-66448E9F7E55}"/>
              </a:ext>
            </a:extLst>
          </p:cNvPr>
          <p:cNvGraphicFramePr>
            <a:graphicFrameLocks noGrp="1"/>
          </p:cNvGraphicFramePr>
          <p:nvPr>
            <p:ph idx="1"/>
            <p:extLst>
              <p:ext uri="{D42A27DB-BD31-4B8C-83A1-F6EECF244321}">
                <p14:modId xmlns:p14="http://schemas.microsoft.com/office/powerpoint/2010/main" val="18028248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26755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3E3A8D47-27C3-9AB3-A7BF-CF4651D8ED56}"/>
              </a:ext>
            </a:extLst>
          </p:cNvPr>
          <p:cNvSpPr>
            <a:spLocks noGrp="1"/>
          </p:cNvSpPr>
          <p:nvPr>
            <p:ph type="title"/>
          </p:nvPr>
        </p:nvSpPr>
        <p:spPr>
          <a:xfrm>
            <a:off x="686834" y="1153572"/>
            <a:ext cx="3200400" cy="4461163"/>
          </a:xfrm>
        </p:spPr>
        <p:txBody>
          <a:bodyPr>
            <a:normAutofit/>
          </a:bodyPr>
          <a:lstStyle/>
          <a:p>
            <a:r>
              <a:rPr lang="en-US" i="0" dirty="0">
                <a:solidFill>
                  <a:srgbClr val="FFFFFF"/>
                </a:solidFill>
                <a:effectLst/>
                <a:latin typeface="ADLaM Display" panose="02010000000000000000" pitchFamily="2" charset="0"/>
                <a:ea typeface="ADLaM Display" panose="02010000000000000000" pitchFamily="2" charset="0"/>
                <a:cs typeface="ADLaM Display" panose="02010000000000000000" pitchFamily="2" charset="0"/>
              </a:rPr>
              <a:t>Testing Strategy</a:t>
            </a:r>
            <a:br>
              <a:rPr lang="en-US" i="0" dirty="0">
                <a:solidFill>
                  <a:srgbClr val="FFFFFF"/>
                </a:solidFill>
                <a:effectLst/>
                <a:latin typeface="ADLaM Display" panose="02010000000000000000" pitchFamily="2" charset="0"/>
                <a:ea typeface="ADLaM Display" panose="02010000000000000000" pitchFamily="2" charset="0"/>
                <a:cs typeface="ADLaM Display" panose="02010000000000000000" pitchFamily="2" charset="0"/>
              </a:rPr>
            </a:br>
            <a:endParaRPr lang="en-US" dirty="0">
              <a:solidFill>
                <a:srgbClr val="FFFFFF"/>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59" name="Arc 5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内容占位符 2">
            <a:extLst>
              <a:ext uri="{FF2B5EF4-FFF2-40B4-BE49-F238E27FC236}">
                <a16:creationId xmlns:a16="http://schemas.microsoft.com/office/drawing/2014/main" id="{57B0FB69-D66D-A15B-B164-425C77FA8DEC}"/>
              </a:ext>
            </a:extLst>
          </p:cNvPr>
          <p:cNvSpPr>
            <a:spLocks noGrp="1"/>
          </p:cNvSpPr>
          <p:nvPr>
            <p:ph idx="1"/>
          </p:nvPr>
        </p:nvSpPr>
        <p:spPr>
          <a:xfrm>
            <a:off x="4447308" y="591344"/>
            <a:ext cx="7186527" cy="5947568"/>
          </a:xfrm>
        </p:spPr>
        <p:txBody>
          <a:bodyPr anchor="ctr">
            <a:normAutofit/>
          </a:bodyPr>
          <a:lstStyle/>
          <a:p>
            <a:pPr>
              <a:buFont typeface="Arial" panose="020B0604020202020204" pitchFamily="34" charset="0"/>
              <a:buChar char="•"/>
            </a:pPr>
            <a:r>
              <a:rPr lang="en-US" b="1" i="0" dirty="0">
                <a:effectLst/>
                <a:latin typeface="Artifakt Element" panose="020B0503050000020004" pitchFamily="34" charset="0"/>
                <a:ea typeface="Artifakt Element" panose="020B0503050000020004" pitchFamily="34" charset="0"/>
              </a:rPr>
              <a:t>Target Devices:</a:t>
            </a:r>
            <a:endParaRPr lang="en-US" b="0" i="0" dirty="0">
              <a:effectLst/>
              <a:latin typeface="Artifakt Element" panose="020B0503050000020004" pitchFamily="34" charset="0"/>
              <a:ea typeface="Artifakt Element" panose="020B0503050000020004" pitchFamily="34" charset="0"/>
            </a:endParaRPr>
          </a:p>
          <a:p>
            <a:pPr marL="742950" lvl="1" indent="-285750">
              <a:buFont typeface="Arial" panose="020B0604020202020204" pitchFamily="34" charset="0"/>
              <a:buChar char="•"/>
            </a:pPr>
            <a:r>
              <a:rPr lang="en-US" b="0" i="0" dirty="0">
                <a:effectLst/>
                <a:latin typeface="Artifakt Element" panose="020B0503050000020004" pitchFamily="34" charset="0"/>
                <a:ea typeface="Artifakt Element" panose="020B0503050000020004" pitchFamily="34" charset="0"/>
              </a:rPr>
              <a:t>Pantry Pal is designed for multi-device compatibility, supporting both phones and tablets. The responsive UI adapts seamlessly, offering a compact layout on phones and an expanded dashboard on tablets for an optimal user experience across screen sizes.</a:t>
            </a:r>
          </a:p>
          <a:p>
            <a:r>
              <a:rPr lang="en-US" b="1" dirty="0">
                <a:latin typeface="Artifakt Element" panose="020B0503050000020004" pitchFamily="34" charset="0"/>
                <a:ea typeface="Artifakt Element" panose="020B0503050000020004" pitchFamily="34" charset="0"/>
              </a:rPr>
              <a:t>Smartphone (Portrait mode, ~6” screen):</a:t>
            </a:r>
            <a:r>
              <a:rPr lang="en-US" dirty="0">
                <a:latin typeface="Artifakt Element" panose="020B0503050000020004" pitchFamily="34" charset="0"/>
                <a:ea typeface="Artifakt Element" panose="020B0503050000020004" pitchFamily="34" charset="0"/>
              </a:rPr>
              <a:t> Primary design for one-hand use.</a:t>
            </a:r>
          </a:p>
          <a:p>
            <a:r>
              <a:rPr lang="en-US" b="1" dirty="0">
                <a:latin typeface="Artifakt Element" panose="020B0503050000020004" pitchFamily="34" charset="0"/>
                <a:ea typeface="Artifakt Element" panose="020B0503050000020004" pitchFamily="34" charset="0"/>
              </a:rPr>
              <a:t>Tablet (Large screen, ~10”):</a:t>
            </a:r>
            <a:r>
              <a:rPr lang="en-US" dirty="0">
                <a:latin typeface="Artifakt Element" panose="020B0503050000020004" pitchFamily="34" charset="0"/>
                <a:ea typeface="Artifakt Element" panose="020B0503050000020004" pitchFamily="34" charset="0"/>
              </a:rPr>
              <a:t> Optimized multi-pane layout. On tablets, the app will take advantage of the extra space by showing multiple panels at once.</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墨迹 5">
                <a:extLst>
                  <a:ext uri="{FF2B5EF4-FFF2-40B4-BE49-F238E27FC236}">
                    <a16:creationId xmlns:a16="http://schemas.microsoft.com/office/drawing/2014/main" id="{7E1705DA-0E4F-1100-A54A-DDD760FC3166}"/>
                  </a:ext>
                </a:extLst>
              </p14:cNvPr>
              <p14:cNvContentPartPr/>
              <p14:nvPr/>
            </p14:nvContentPartPr>
            <p14:xfrm>
              <a:off x="6187507" y="-777270"/>
              <a:ext cx="360" cy="360"/>
            </p14:xfrm>
          </p:contentPart>
        </mc:Choice>
        <mc:Fallback xmlns="">
          <p:pic>
            <p:nvPicPr>
              <p:cNvPr id="6" name="墨迹 5">
                <a:extLst>
                  <a:ext uri="{FF2B5EF4-FFF2-40B4-BE49-F238E27FC236}">
                    <a16:creationId xmlns:a16="http://schemas.microsoft.com/office/drawing/2014/main" id="{7E1705DA-0E4F-1100-A54A-DDD760FC3166}"/>
                  </a:ext>
                </a:extLst>
              </p:cNvPr>
              <p:cNvPicPr/>
              <p:nvPr/>
            </p:nvPicPr>
            <p:blipFill>
              <a:blip r:embed="rId4"/>
              <a:stretch>
                <a:fillRect/>
              </a:stretch>
            </p:blipFill>
            <p:spPr>
              <a:xfrm>
                <a:off x="6178507" y="-786270"/>
                <a:ext cx="18000" cy="18000"/>
              </a:xfrm>
              <a:prstGeom prst="rect">
                <a:avLst/>
              </a:prstGeom>
            </p:spPr>
          </p:pic>
        </mc:Fallback>
      </mc:AlternateContent>
    </p:spTree>
    <p:extLst>
      <p:ext uri="{BB962C8B-B14F-4D97-AF65-F5344CB8AC3E}">
        <p14:creationId xmlns:p14="http://schemas.microsoft.com/office/powerpoint/2010/main" val="1249325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96A632-DC9B-A662-DC15-B253EEDDDFFA}"/>
              </a:ext>
            </a:extLst>
          </p:cNvPr>
          <p:cNvSpPr>
            <a:spLocks noGrp="1"/>
          </p:cNvSpPr>
          <p:nvPr>
            <p:ph type="title"/>
          </p:nvPr>
        </p:nvSpPr>
        <p:spPr/>
        <p:txBody>
          <a:bodyPr/>
          <a:lstStyle/>
          <a:p>
            <a:r>
              <a:rPr lang="en-US" i="0" dirty="0">
                <a:solidFill>
                  <a:srgbClr val="1F2328"/>
                </a:solidFill>
                <a:effectLst/>
                <a:latin typeface="ADLaM Display" panose="02010000000000000000" pitchFamily="2" charset="0"/>
                <a:ea typeface="ADLaM Display" panose="02010000000000000000" pitchFamily="2" charset="0"/>
                <a:cs typeface="ADLaM Display" panose="02010000000000000000" pitchFamily="2" charset="0"/>
              </a:rPr>
              <a:t>Expected Outcomes</a:t>
            </a:r>
            <a:br>
              <a:rPr lang="en-US" i="0" dirty="0">
                <a:solidFill>
                  <a:srgbClr val="1F2328"/>
                </a:solidFill>
                <a:effectLst/>
                <a:latin typeface="ADLaM Display" panose="02010000000000000000" pitchFamily="2" charset="0"/>
                <a:ea typeface="ADLaM Display" panose="02010000000000000000" pitchFamily="2" charset="0"/>
                <a:cs typeface="ADLaM Display" panose="02010000000000000000" pitchFamily="2" charset="0"/>
              </a:rPr>
            </a:b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7" name="内容占位符 2">
            <a:extLst>
              <a:ext uri="{FF2B5EF4-FFF2-40B4-BE49-F238E27FC236}">
                <a16:creationId xmlns:a16="http://schemas.microsoft.com/office/drawing/2014/main" id="{BF32FDD3-C4B6-2501-E05B-F7A42AD4F31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2100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标题 1">
            <a:extLst>
              <a:ext uri="{FF2B5EF4-FFF2-40B4-BE49-F238E27FC236}">
                <a16:creationId xmlns:a16="http://schemas.microsoft.com/office/drawing/2014/main" id="{58810EE6-3631-0FBC-0C02-104C70D08C98}"/>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b="1" i="0" kern="1200" dirty="0">
                <a:solidFill>
                  <a:schemeClr val="tx1"/>
                </a:solidFill>
                <a:effectLst/>
                <a:latin typeface="ADLaM Display" panose="02010000000000000000" pitchFamily="2" charset="0"/>
                <a:ea typeface="ADLaM Display" panose="02010000000000000000" pitchFamily="2" charset="0"/>
                <a:cs typeface="ADLaM Display" panose="02010000000000000000" pitchFamily="2" charset="0"/>
              </a:rPr>
              <a:t>Sketches</a:t>
            </a:r>
            <a:br>
              <a:rPr lang="en-US" b="1" i="0" kern="1200" dirty="0">
                <a:solidFill>
                  <a:schemeClr val="tx1"/>
                </a:solidFill>
                <a:effectLst/>
                <a:latin typeface="ADLaM Display" panose="02010000000000000000" pitchFamily="2" charset="0"/>
                <a:ea typeface="ADLaM Display" panose="02010000000000000000" pitchFamily="2" charset="0"/>
                <a:cs typeface="ADLaM Display" panose="02010000000000000000" pitchFamily="2" charset="0"/>
              </a:rPr>
            </a:br>
            <a:endParaRPr lang="en-US" kern="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2050" name="Picture 2">
            <a:extLst>
              <a:ext uri="{FF2B5EF4-FFF2-40B4-BE49-F238E27FC236}">
                <a16:creationId xmlns:a16="http://schemas.microsoft.com/office/drawing/2014/main" id="{DE5BA027-43F4-2CC0-C0E7-71F982E2C1B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7063155" y="271382"/>
            <a:ext cx="4660032" cy="658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326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AAEB203-F27B-FAB9-FE73-5A65E34D86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88731" y="0"/>
            <a:ext cx="10814538" cy="68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465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772A8ED-5B02-7496-9348-D051151328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81376" y="1"/>
            <a:ext cx="986762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368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4" name="Rectangle 1030">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1026" name="Picture 2" descr="Free Photo photographing frying pan">
            <a:extLst>
              <a:ext uri="{FF2B5EF4-FFF2-40B4-BE49-F238E27FC236}">
                <a16:creationId xmlns:a16="http://schemas.microsoft.com/office/drawing/2014/main" id="{3E565EFB-133F-A3D5-9653-62045479478B}"/>
              </a:ext>
            </a:extLst>
          </p:cNvPr>
          <p:cNvPicPr>
            <a:picLocks noChangeAspect="1" noChangeArrowheads="1"/>
          </p:cNvPicPr>
          <p:nvPr/>
        </p:nvPicPr>
        <p:blipFill>
          <a:blip r:embed="rId3">
            <a:alphaModFix amt="60000"/>
            <a:extLst>
              <a:ext uri="{28A0092B-C50C-407E-A947-70E740481C1C}">
                <a14:useLocalDpi xmlns:a14="http://schemas.microsoft.com/office/drawing/2010/main" val="0"/>
              </a:ext>
            </a:extLst>
          </a:blip>
          <a:srcRect t="8673" b="7058"/>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99D13656-F8DA-54B3-90E8-3EC7BB224C65}"/>
              </a:ext>
            </a:extLst>
          </p:cNvPr>
          <p:cNvSpPr>
            <a:spLocks noGrp="1"/>
          </p:cNvSpPr>
          <p:nvPr>
            <p:ph type="title"/>
          </p:nvPr>
        </p:nvSpPr>
        <p:spPr>
          <a:xfrm>
            <a:off x="1198181" y="1122363"/>
            <a:ext cx="9795637" cy="2675914"/>
          </a:xfrm>
        </p:spPr>
        <p:txBody>
          <a:bodyPr vert="horz" lIns="91440" tIns="45720" rIns="91440" bIns="45720" rtlCol="0" anchor="b">
            <a:normAutofit/>
          </a:bodyPr>
          <a:lstStyle/>
          <a:p>
            <a:pPr algn="ctr"/>
            <a:r>
              <a:rPr lang="en-US" sz="5200" dirty="0">
                <a:solidFill>
                  <a:srgbClr val="FFFFFF"/>
                </a:solidFill>
              </a:rPr>
              <a:t>Conclusion	</a:t>
            </a:r>
          </a:p>
        </p:txBody>
      </p:sp>
      <p:sp>
        <p:nvSpPr>
          <p:cNvPr id="3" name="内容占位符 2">
            <a:extLst>
              <a:ext uri="{FF2B5EF4-FFF2-40B4-BE49-F238E27FC236}">
                <a16:creationId xmlns:a16="http://schemas.microsoft.com/office/drawing/2014/main" id="{6A290006-5A6C-6E51-4741-E046ED6568E6}"/>
              </a:ext>
            </a:extLst>
          </p:cNvPr>
          <p:cNvSpPr>
            <a:spLocks noGrp="1"/>
          </p:cNvSpPr>
          <p:nvPr>
            <p:ph idx="1"/>
          </p:nvPr>
        </p:nvSpPr>
        <p:spPr>
          <a:xfrm>
            <a:off x="1198181" y="3514853"/>
            <a:ext cx="9795637" cy="2057043"/>
          </a:xfrm>
        </p:spPr>
        <p:txBody>
          <a:bodyPr vert="horz" lIns="91440" tIns="45720" rIns="91440" bIns="45720" rtlCol="0">
            <a:normAutofit/>
          </a:bodyPr>
          <a:lstStyle/>
          <a:p>
            <a:pPr marL="0" indent="0" algn="ctr">
              <a:buNone/>
            </a:pPr>
            <a:r>
              <a:rPr lang="en-US" sz="2400">
                <a:solidFill>
                  <a:srgbClr val="FFFFFF"/>
                </a:solidFill>
              </a:rPr>
              <a:t> </a:t>
            </a:r>
          </a:p>
        </p:txBody>
      </p:sp>
    </p:spTree>
    <p:extLst>
      <p:ext uri="{BB962C8B-B14F-4D97-AF65-F5344CB8AC3E}">
        <p14:creationId xmlns:p14="http://schemas.microsoft.com/office/powerpoint/2010/main" val="84679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163</TotalTime>
  <Words>1206</Words>
  <Application>Microsoft Office PowerPoint</Application>
  <PresentationFormat>宽屏</PresentationFormat>
  <Paragraphs>67</Paragraphs>
  <Slides>11</Slides>
  <Notes>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ADLaM Display</vt:lpstr>
      <vt:lpstr>Aptos</vt:lpstr>
      <vt:lpstr>Aptos Display</vt:lpstr>
      <vt:lpstr>Arial</vt:lpstr>
      <vt:lpstr>Artifakt Element</vt:lpstr>
      <vt:lpstr>Office 主题​​</vt:lpstr>
      <vt:lpstr>Pantry Pal</vt:lpstr>
      <vt:lpstr>Project Overview</vt:lpstr>
      <vt:lpstr>Targets and Users </vt:lpstr>
      <vt:lpstr>Core Features </vt:lpstr>
      <vt:lpstr>Technical Approach </vt:lpstr>
      <vt:lpstr>Testing Strategy </vt:lpstr>
      <vt:lpstr>Expected Outcomes </vt:lpstr>
      <vt:lpstr>Sketches </vt:lpstr>
      <vt:lpstr>PowerPoint 演示文稿</vt:lpstr>
      <vt:lpstr>PowerPoint 演示文稿</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Haoran</dc:creator>
  <cp:lastModifiedBy>Zhang, Haoran</cp:lastModifiedBy>
  <cp:revision>2</cp:revision>
  <dcterms:created xsi:type="dcterms:W3CDTF">2025-03-25T00:14:19Z</dcterms:created>
  <dcterms:modified xsi:type="dcterms:W3CDTF">2025-03-25T02:58:50Z</dcterms:modified>
</cp:coreProperties>
</file>